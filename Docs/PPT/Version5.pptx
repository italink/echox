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2" r:id="rId4"/>
    <p:sldId id="268" r:id="rId5"/>
    <p:sldId id="264" r:id="rId6"/>
    <p:sldId id="266" r:id="rId7"/>
    <p:sldId id="265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5CAA"/>
    <a:srgbClr val="8A54B6"/>
    <a:srgbClr val="7073DE"/>
    <a:srgbClr val="F8F9FF"/>
    <a:srgbClr val="7F7F7F"/>
    <a:srgbClr val="FDFDFF"/>
    <a:srgbClr val="796AD5"/>
    <a:srgbClr val="7064D1"/>
    <a:srgbClr val="786BD4"/>
    <a:srgbClr val="8D6E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72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3" Type="http://schemas.openxmlformats.org/officeDocument/2006/relationships/slideLayout" Target="../slideLayouts/slideLayout1.xml"/><Relationship Id="rId42" Type="http://schemas.openxmlformats.org/officeDocument/2006/relationships/image" Target="../media/image7.png"/><Relationship Id="rId41" Type="http://schemas.openxmlformats.org/officeDocument/2006/relationships/image" Target="../media/image6.jpeg"/><Relationship Id="rId40" Type="http://schemas.openxmlformats.org/officeDocument/2006/relationships/tags" Target="../tags/tag40.xml"/><Relationship Id="rId4" Type="http://schemas.openxmlformats.org/officeDocument/2006/relationships/image" Target="../media/image5.png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image" Target="../media/image1.png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image" Target="../media/image4.png"/><Relationship Id="rId21" Type="http://schemas.openxmlformats.org/officeDocument/2006/relationships/image" Target="../media/image3.png"/><Relationship Id="rId20" Type="http://schemas.openxmlformats.org/officeDocument/2006/relationships/image" Target="../media/image2.png"/><Relationship Id="rId2" Type="http://schemas.openxmlformats.org/officeDocument/2006/relationships/tags" Target="../tags/tag7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1" Type="http://schemas.openxmlformats.org/officeDocument/2006/relationships/slideLayout" Target="../slideLayouts/slideLayout1.xml"/><Relationship Id="rId40" Type="http://schemas.openxmlformats.org/officeDocument/2006/relationships/tags" Target="../tags/tag75.xml"/><Relationship Id="rId4" Type="http://schemas.openxmlformats.org/officeDocument/2006/relationships/image" Target="../media/image5.png"/><Relationship Id="rId39" Type="http://schemas.openxmlformats.org/officeDocument/2006/relationships/tags" Target="../tags/tag74.xml"/><Relationship Id="rId38" Type="http://schemas.openxmlformats.org/officeDocument/2006/relationships/tags" Target="../tags/tag73.xml"/><Relationship Id="rId37" Type="http://schemas.openxmlformats.org/officeDocument/2006/relationships/tags" Target="../tags/tag72.xml"/><Relationship Id="rId36" Type="http://schemas.openxmlformats.org/officeDocument/2006/relationships/tags" Target="../tags/tag71.xml"/><Relationship Id="rId35" Type="http://schemas.openxmlformats.org/officeDocument/2006/relationships/tags" Target="../tags/tag70.xml"/><Relationship Id="rId34" Type="http://schemas.openxmlformats.org/officeDocument/2006/relationships/tags" Target="../tags/tag69.xml"/><Relationship Id="rId33" Type="http://schemas.openxmlformats.org/officeDocument/2006/relationships/tags" Target="../tags/tag68.xml"/><Relationship Id="rId32" Type="http://schemas.openxmlformats.org/officeDocument/2006/relationships/tags" Target="../tags/tag67.xml"/><Relationship Id="rId31" Type="http://schemas.openxmlformats.org/officeDocument/2006/relationships/tags" Target="../tags/tag66.xml"/><Relationship Id="rId30" Type="http://schemas.openxmlformats.org/officeDocument/2006/relationships/tags" Target="../tags/tag65.xml"/><Relationship Id="rId3" Type="http://schemas.openxmlformats.org/officeDocument/2006/relationships/image" Target="../media/image1.png"/><Relationship Id="rId29" Type="http://schemas.openxmlformats.org/officeDocument/2006/relationships/tags" Target="../tags/tag64.xml"/><Relationship Id="rId28" Type="http://schemas.openxmlformats.org/officeDocument/2006/relationships/tags" Target="../tags/tag63.xml"/><Relationship Id="rId27" Type="http://schemas.openxmlformats.org/officeDocument/2006/relationships/tags" Target="../tags/tag62.xml"/><Relationship Id="rId26" Type="http://schemas.openxmlformats.org/officeDocument/2006/relationships/tags" Target="../tags/tag61.xml"/><Relationship Id="rId25" Type="http://schemas.openxmlformats.org/officeDocument/2006/relationships/tags" Target="../tags/tag60.xml"/><Relationship Id="rId24" Type="http://schemas.openxmlformats.org/officeDocument/2006/relationships/tags" Target="../tags/tag59.xml"/><Relationship Id="rId23" Type="http://schemas.openxmlformats.org/officeDocument/2006/relationships/tags" Target="../tags/tag58.xml"/><Relationship Id="rId22" Type="http://schemas.openxmlformats.org/officeDocument/2006/relationships/image" Target="../media/image4.png"/><Relationship Id="rId21" Type="http://schemas.openxmlformats.org/officeDocument/2006/relationships/image" Target="../media/image3.png"/><Relationship Id="rId20" Type="http://schemas.openxmlformats.org/officeDocument/2006/relationships/image" Target="../media/image2.png"/><Relationship Id="rId2" Type="http://schemas.openxmlformats.org/officeDocument/2006/relationships/tags" Target="../tags/tag42.xml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4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tags" Target="../tags/tag79.xml"/><Relationship Id="rId49" Type="http://schemas.openxmlformats.org/officeDocument/2006/relationships/slideLayout" Target="../slideLayouts/slideLayout1.xml"/><Relationship Id="rId48" Type="http://schemas.openxmlformats.org/officeDocument/2006/relationships/image" Target="../media/image11.png"/><Relationship Id="rId47" Type="http://schemas.openxmlformats.org/officeDocument/2006/relationships/tags" Target="../tags/tag115.xml"/><Relationship Id="rId46" Type="http://schemas.openxmlformats.org/officeDocument/2006/relationships/tags" Target="../tags/tag114.xml"/><Relationship Id="rId45" Type="http://schemas.openxmlformats.org/officeDocument/2006/relationships/tags" Target="../tags/tag113.xml"/><Relationship Id="rId44" Type="http://schemas.openxmlformats.org/officeDocument/2006/relationships/tags" Target="../tags/tag112.xml"/><Relationship Id="rId43" Type="http://schemas.openxmlformats.org/officeDocument/2006/relationships/tags" Target="../tags/tag111.xml"/><Relationship Id="rId42" Type="http://schemas.openxmlformats.org/officeDocument/2006/relationships/tags" Target="../tags/tag110.xml"/><Relationship Id="rId41" Type="http://schemas.openxmlformats.org/officeDocument/2006/relationships/tags" Target="../tags/tag109.xml"/><Relationship Id="rId40" Type="http://schemas.openxmlformats.org/officeDocument/2006/relationships/tags" Target="../tags/tag108.xml"/><Relationship Id="rId4" Type="http://schemas.openxmlformats.org/officeDocument/2006/relationships/tags" Target="../tags/tag78.xml"/><Relationship Id="rId39" Type="http://schemas.openxmlformats.org/officeDocument/2006/relationships/tags" Target="../tags/tag107.xml"/><Relationship Id="rId38" Type="http://schemas.openxmlformats.org/officeDocument/2006/relationships/tags" Target="../tags/tag106.xml"/><Relationship Id="rId37" Type="http://schemas.openxmlformats.org/officeDocument/2006/relationships/tags" Target="../tags/tag105.xml"/><Relationship Id="rId36" Type="http://schemas.openxmlformats.org/officeDocument/2006/relationships/image" Target="../media/image10.png"/><Relationship Id="rId35" Type="http://schemas.openxmlformats.org/officeDocument/2006/relationships/image" Target="../media/image9.png"/><Relationship Id="rId34" Type="http://schemas.openxmlformats.org/officeDocument/2006/relationships/tags" Target="../tags/tag104.xml"/><Relationship Id="rId33" Type="http://schemas.openxmlformats.org/officeDocument/2006/relationships/tags" Target="../tags/tag103.xml"/><Relationship Id="rId32" Type="http://schemas.openxmlformats.org/officeDocument/2006/relationships/tags" Target="../tags/tag102.xml"/><Relationship Id="rId31" Type="http://schemas.openxmlformats.org/officeDocument/2006/relationships/tags" Target="../tags/tag101.xml"/><Relationship Id="rId30" Type="http://schemas.openxmlformats.org/officeDocument/2006/relationships/tags" Target="../tags/tag100.xml"/><Relationship Id="rId3" Type="http://schemas.openxmlformats.org/officeDocument/2006/relationships/image" Target="../media/image1.png"/><Relationship Id="rId29" Type="http://schemas.openxmlformats.org/officeDocument/2006/relationships/tags" Target="../tags/tag99.xml"/><Relationship Id="rId28" Type="http://schemas.openxmlformats.org/officeDocument/2006/relationships/tags" Target="../tags/tag98.xml"/><Relationship Id="rId27" Type="http://schemas.openxmlformats.org/officeDocument/2006/relationships/tags" Target="../tags/tag97.xml"/><Relationship Id="rId26" Type="http://schemas.openxmlformats.org/officeDocument/2006/relationships/tags" Target="../tags/tag96.xml"/><Relationship Id="rId25" Type="http://schemas.openxmlformats.org/officeDocument/2006/relationships/tags" Target="../tags/tag95.xml"/><Relationship Id="rId24" Type="http://schemas.openxmlformats.org/officeDocument/2006/relationships/tags" Target="../tags/tag94.xml"/><Relationship Id="rId23" Type="http://schemas.openxmlformats.org/officeDocument/2006/relationships/tags" Target="../tags/tag93.xml"/><Relationship Id="rId22" Type="http://schemas.openxmlformats.org/officeDocument/2006/relationships/tags" Target="../tags/tag92.xml"/><Relationship Id="rId21" Type="http://schemas.openxmlformats.org/officeDocument/2006/relationships/tags" Target="../tags/tag91.xml"/><Relationship Id="rId20" Type="http://schemas.openxmlformats.org/officeDocument/2006/relationships/tags" Target="../tags/tag90.xml"/><Relationship Id="rId2" Type="http://schemas.openxmlformats.org/officeDocument/2006/relationships/tags" Target="../tags/tag77.xml"/><Relationship Id="rId19" Type="http://schemas.openxmlformats.org/officeDocument/2006/relationships/tags" Target="../tags/tag89.xml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image" Target="../media/image8.png"/><Relationship Id="rId1" Type="http://schemas.openxmlformats.org/officeDocument/2006/relationships/tags" Target="../tags/tag7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tags" Target="../tags/tag119.xml"/><Relationship Id="rId48" Type="http://schemas.openxmlformats.org/officeDocument/2006/relationships/slideLayout" Target="../slideLayouts/slideLayout1.xml"/><Relationship Id="rId47" Type="http://schemas.openxmlformats.org/officeDocument/2006/relationships/tags" Target="../tags/tag155.xml"/><Relationship Id="rId46" Type="http://schemas.openxmlformats.org/officeDocument/2006/relationships/image" Target="../media/image14.png"/><Relationship Id="rId45" Type="http://schemas.openxmlformats.org/officeDocument/2006/relationships/tags" Target="../tags/tag154.xml"/><Relationship Id="rId44" Type="http://schemas.openxmlformats.org/officeDocument/2006/relationships/tags" Target="../tags/tag153.xml"/><Relationship Id="rId43" Type="http://schemas.openxmlformats.org/officeDocument/2006/relationships/tags" Target="../tags/tag152.xml"/><Relationship Id="rId42" Type="http://schemas.openxmlformats.org/officeDocument/2006/relationships/tags" Target="../tags/tag151.xml"/><Relationship Id="rId41" Type="http://schemas.openxmlformats.org/officeDocument/2006/relationships/tags" Target="../tags/tag150.xml"/><Relationship Id="rId40" Type="http://schemas.openxmlformats.org/officeDocument/2006/relationships/tags" Target="../tags/tag149.xml"/><Relationship Id="rId4" Type="http://schemas.openxmlformats.org/officeDocument/2006/relationships/tags" Target="../tags/tag118.xml"/><Relationship Id="rId39" Type="http://schemas.openxmlformats.org/officeDocument/2006/relationships/tags" Target="../tags/tag148.xml"/><Relationship Id="rId38" Type="http://schemas.openxmlformats.org/officeDocument/2006/relationships/tags" Target="../tags/tag147.xml"/><Relationship Id="rId37" Type="http://schemas.openxmlformats.org/officeDocument/2006/relationships/tags" Target="../tags/tag146.xml"/><Relationship Id="rId36" Type="http://schemas.openxmlformats.org/officeDocument/2006/relationships/tags" Target="../tags/tag145.xml"/><Relationship Id="rId35" Type="http://schemas.openxmlformats.org/officeDocument/2006/relationships/tags" Target="../tags/tag144.xml"/><Relationship Id="rId34" Type="http://schemas.openxmlformats.org/officeDocument/2006/relationships/tags" Target="../tags/tag143.xml"/><Relationship Id="rId33" Type="http://schemas.openxmlformats.org/officeDocument/2006/relationships/tags" Target="../tags/tag142.xml"/><Relationship Id="rId32" Type="http://schemas.openxmlformats.org/officeDocument/2006/relationships/tags" Target="../tags/tag141.xml"/><Relationship Id="rId31" Type="http://schemas.openxmlformats.org/officeDocument/2006/relationships/tags" Target="../tags/tag140.xml"/><Relationship Id="rId30" Type="http://schemas.openxmlformats.org/officeDocument/2006/relationships/tags" Target="../tags/tag139.xml"/><Relationship Id="rId3" Type="http://schemas.openxmlformats.org/officeDocument/2006/relationships/image" Target="../media/image1.png"/><Relationship Id="rId29" Type="http://schemas.openxmlformats.org/officeDocument/2006/relationships/tags" Target="../tags/tag138.xml"/><Relationship Id="rId28" Type="http://schemas.openxmlformats.org/officeDocument/2006/relationships/tags" Target="../tags/tag137.xml"/><Relationship Id="rId27" Type="http://schemas.openxmlformats.org/officeDocument/2006/relationships/tags" Target="../tags/tag136.xml"/><Relationship Id="rId26" Type="http://schemas.openxmlformats.org/officeDocument/2006/relationships/tags" Target="../tags/tag135.xml"/><Relationship Id="rId25" Type="http://schemas.openxmlformats.org/officeDocument/2006/relationships/tags" Target="../tags/tag134.xml"/><Relationship Id="rId24" Type="http://schemas.openxmlformats.org/officeDocument/2006/relationships/tags" Target="../tags/tag133.xml"/><Relationship Id="rId23" Type="http://schemas.openxmlformats.org/officeDocument/2006/relationships/tags" Target="../tags/tag132.xml"/><Relationship Id="rId22" Type="http://schemas.openxmlformats.org/officeDocument/2006/relationships/image" Target="../media/image13.png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7.xml"/><Relationship Id="rId19" Type="http://schemas.openxmlformats.org/officeDocument/2006/relationships/tags" Target="../tags/tag129.xml"/><Relationship Id="rId18" Type="http://schemas.openxmlformats.org/officeDocument/2006/relationships/tags" Target="../tags/tag128.xml"/><Relationship Id="rId17" Type="http://schemas.openxmlformats.org/officeDocument/2006/relationships/image" Target="../media/image12.png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tags" Target="../tags/tag11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image" Target="../media/image1.png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171.xml"/><Relationship Id="rId20" Type="http://schemas.openxmlformats.org/officeDocument/2006/relationships/tags" Target="../tags/tag170.xml"/><Relationship Id="rId2" Type="http://schemas.openxmlformats.org/officeDocument/2006/relationships/tags" Target="../tags/tag157.xml"/><Relationship Id="rId19" Type="http://schemas.openxmlformats.org/officeDocument/2006/relationships/tags" Target="../tags/tag169.xml"/><Relationship Id="rId18" Type="http://schemas.openxmlformats.org/officeDocument/2006/relationships/tags" Target="../tags/tag168.xml"/><Relationship Id="rId17" Type="http://schemas.openxmlformats.org/officeDocument/2006/relationships/tags" Target="../tags/tag167.xml"/><Relationship Id="rId16" Type="http://schemas.openxmlformats.org/officeDocument/2006/relationships/tags" Target="../tags/tag166.xml"/><Relationship Id="rId15" Type="http://schemas.openxmlformats.org/officeDocument/2006/relationships/tags" Target="../tags/tag165.xml"/><Relationship Id="rId14" Type="http://schemas.openxmlformats.org/officeDocument/2006/relationships/tags" Target="../tags/tag164.xml"/><Relationship Id="rId13" Type="http://schemas.openxmlformats.org/officeDocument/2006/relationships/tags" Target="../tags/tag163.xml"/><Relationship Id="rId12" Type="http://schemas.openxmlformats.org/officeDocument/2006/relationships/tags" Target="../tags/tag162.xml"/><Relationship Id="rId11" Type="http://schemas.openxmlformats.org/officeDocument/2006/relationships/image" Target="../media/image15.png"/><Relationship Id="rId10" Type="http://schemas.openxmlformats.org/officeDocument/2006/relationships/tags" Target="../tags/tag161.xml"/><Relationship Id="rId1" Type="http://schemas.openxmlformats.org/officeDocument/2006/relationships/tags" Target="../tags/tag1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1504950" y="746125"/>
            <a:ext cx="6908800" cy="496570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1651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76185" y="746125"/>
            <a:ext cx="837565" cy="1778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428750" y="746125"/>
            <a:ext cx="1022985" cy="4965700"/>
          </a:xfrm>
          <a:prstGeom prst="rect">
            <a:avLst/>
          </a:prstGeom>
          <a:solidFill>
            <a:srgbClr val="7073DE"/>
          </a:solidFill>
          <a:ln>
            <a:noFill/>
          </a:ln>
          <a:effectLst>
            <a:outerShdw blurRad="381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428750" y="742950"/>
            <a:ext cx="1022985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solidFill>
                  <a:schemeClr val="bg2"/>
                </a:solidFill>
                <a:latin typeface="+mj-ea"/>
                <a:ea typeface="+mj-ea"/>
              </a:rPr>
              <a:t>Metaware</a:t>
            </a:r>
            <a:endParaRPr lang="en-US" altLang="zh-CN" sz="1200" b="1">
              <a:solidFill>
                <a:schemeClr val="bg2"/>
              </a:solidFill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428750" y="1155065"/>
            <a:ext cx="1022350" cy="349250"/>
            <a:chOff x="3905" y="442"/>
            <a:chExt cx="1610" cy="550"/>
          </a:xfrm>
        </p:grpSpPr>
        <p:sp>
          <p:nvSpPr>
            <p:cNvPr id="3" name="矩形 2"/>
            <p:cNvSpPr/>
            <p:nvPr/>
          </p:nvSpPr>
          <p:spPr>
            <a:xfrm>
              <a:off x="3905" y="442"/>
              <a:ext cx="1610" cy="550"/>
            </a:xfrm>
            <a:prstGeom prst="rect">
              <a:avLst/>
            </a:prstGeom>
            <a:solidFill>
              <a:srgbClr val="6568CC"/>
            </a:solidFill>
            <a:ln>
              <a:noFill/>
            </a:ln>
            <a:effectLst>
              <a:innerShdw blurRad="190500">
                <a:prstClr val="black">
                  <a:alpha val="11000"/>
                </a:prst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5470" y="443"/>
              <a:ext cx="45" cy="5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555750" y="1626235"/>
            <a:ext cx="808990" cy="213995"/>
            <a:chOff x="2496" y="2119"/>
            <a:chExt cx="1274" cy="337"/>
          </a:xfrm>
        </p:grpSpPr>
        <p:sp>
          <p:nvSpPr>
            <p:cNvPr id="15" name="文本框 14"/>
            <p:cNvSpPr txBox="1"/>
            <p:nvPr>
              <p:custDataLst>
                <p:tags r:id="rId5"/>
              </p:custDataLst>
            </p:nvPr>
          </p:nvSpPr>
          <p:spPr>
            <a:xfrm>
              <a:off x="2638" y="2119"/>
              <a:ext cx="113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插件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pic>
          <p:nvPicPr>
            <p:cNvPr id="16" name="图片 15" descr="插件功能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96" y="2146"/>
              <a:ext cx="283" cy="283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1555750" y="1233170"/>
            <a:ext cx="808990" cy="213995"/>
            <a:chOff x="2496" y="1476"/>
            <a:chExt cx="1274" cy="337"/>
          </a:xfrm>
        </p:grpSpPr>
        <p:pic>
          <p:nvPicPr>
            <p:cNvPr id="9" name="图片 8" descr="projects 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96" y="1503"/>
              <a:ext cx="283" cy="283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638" y="1476"/>
              <a:ext cx="1132" cy="33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工程</a:t>
              </a:r>
              <a:endParaRPr lang="zh-CN" altLang="en-US" sz="8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555750" y="1991360"/>
            <a:ext cx="808990" cy="213995"/>
            <a:chOff x="2496" y="2667"/>
            <a:chExt cx="1274" cy="337"/>
          </a:xfrm>
        </p:grpSpPr>
        <p:pic>
          <p:nvPicPr>
            <p:cNvPr id="11" name="图片 10" descr="setting-fill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96" y="2694"/>
              <a:ext cx="283" cy="28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638" y="2667"/>
              <a:ext cx="113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设置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1504950" y="746125"/>
            <a:ext cx="6908800" cy="496570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1651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422525" y="742950"/>
            <a:ext cx="5991225" cy="1077595"/>
          </a:xfrm>
          <a:prstGeom prst="rect">
            <a:avLst/>
          </a:prstGeom>
          <a:solidFill>
            <a:srgbClr val="FDFDFF"/>
          </a:solidFill>
          <a:ln>
            <a:noFill/>
          </a:ln>
          <a:effectLst>
            <a:outerShdw blurRad="889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76185" y="746125"/>
            <a:ext cx="837565" cy="177800"/>
          </a:xfrm>
          <a:prstGeom prst="rect">
            <a:avLst/>
          </a:prstGeom>
        </p:spPr>
      </p:pic>
      <p:pic>
        <p:nvPicPr>
          <p:cNvPr id="6" name="图片 5" descr="search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2689860" y="941705"/>
            <a:ext cx="193040" cy="193040"/>
          </a:xfrm>
          <a:prstGeom prst="rect">
            <a:avLst/>
          </a:prstGeom>
          <a:effectLst/>
        </p:spPr>
      </p:pic>
      <p:sp>
        <p:nvSpPr>
          <p:cNvPr id="7" name="文本框 6"/>
          <p:cNvSpPr txBox="1"/>
          <p:nvPr/>
        </p:nvSpPr>
        <p:spPr>
          <a:xfrm>
            <a:off x="2772410" y="941705"/>
            <a:ext cx="65659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solidFill>
                  <a:schemeClr val="bg1">
                    <a:lumMod val="85000"/>
                  </a:schemeClr>
                </a:solidFill>
              </a:rPr>
              <a:t>搜索</a:t>
            </a:r>
            <a:endParaRPr lang="zh-CN" altLang="en-US" sz="80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2630170" y="1290320"/>
            <a:ext cx="3101340" cy="213995"/>
            <a:chOff x="4236" y="2032"/>
            <a:chExt cx="4884" cy="337"/>
          </a:xfrm>
        </p:grpSpPr>
        <p:sp>
          <p:nvSpPr>
            <p:cNvPr id="13" name="文本框 12"/>
            <p:cNvSpPr txBox="1"/>
            <p:nvPr>
              <p:custDataLst>
                <p:tags r:id="rId5"/>
              </p:custDataLst>
            </p:nvPr>
          </p:nvSpPr>
          <p:spPr>
            <a:xfrm>
              <a:off x="4236" y="2032"/>
              <a:ext cx="64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800">
                  <a:solidFill>
                    <a:schemeClr val="bg1">
                      <a:lumMod val="50000"/>
                    </a:schemeClr>
                  </a:solidFill>
                </a:rPr>
                <a:t>类型：</a:t>
              </a:r>
              <a:endParaRPr lang="zh-CN" altLang="en-US" sz="8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5478" y="2032"/>
              <a:ext cx="712" cy="337"/>
              <a:chOff x="5741" y="645"/>
              <a:chExt cx="712" cy="337"/>
            </a:xfrm>
          </p:grpSpPr>
          <p:sp>
            <p:nvSpPr>
              <p:cNvPr id="23" name="文本框 2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11" y="645"/>
                <a:ext cx="642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挂件</a:t>
                </a:r>
                <a:endParaRPr lang="zh-CN" altLang="en-US" sz="8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5741" y="753"/>
                <a:ext cx="120" cy="120"/>
              </a:xfrm>
              <a:prstGeom prst="rect">
                <a:avLst/>
              </a:prstGeom>
              <a:noFill/>
              <a:ln>
                <a:solidFill>
                  <a:srgbClr val="7F7F7F">
                    <a:alpha val="7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6623" y="2032"/>
              <a:ext cx="712" cy="337"/>
              <a:chOff x="5741" y="645"/>
              <a:chExt cx="712" cy="337"/>
            </a:xfrm>
          </p:grpSpPr>
          <p:sp>
            <p:nvSpPr>
              <p:cNvPr id="34" name="文本框 33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11" y="645"/>
                <a:ext cx="642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壁纸</a:t>
                </a:r>
                <a:endParaRPr lang="zh-CN" altLang="en-US" sz="8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" name="矩形 34"/>
              <p:cNvSpPr/>
              <p:nvPr>
                <p:custDataLst>
                  <p:tags r:id="rId8"/>
                </p:custDataLst>
              </p:nvPr>
            </p:nvSpPr>
            <p:spPr>
              <a:xfrm>
                <a:off x="5741" y="753"/>
                <a:ext cx="120" cy="120"/>
              </a:xfrm>
              <a:prstGeom prst="rect">
                <a:avLst/>
              </a:prstGeom>
              <a:noFill/>
              <a:ln>
                <a:solidFill>
                  <a:srgbClr val="7F7F7F">
                    <a:alpha val="7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7768" y="2032"/>
              <a:ext cx="1352" cy="337"/>
              <a:chOff x="5741" y="645"/>
              <a:chExt cx="1352" cy="337"/>
            </a:xfrm>
          </p:grpSpPr>
          <p:sp>
            <p:nvSpPr>
              <p:cNvPr id="37" name="文本框 3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811" y="645"/>
                <a:ext cx="1282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漫游</a:t>
                </a:r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场景</a:t>
                </a:r>
                <a:endParaRPr lang="zh-CN" altLang="en-US" sz="8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" name="矩形 37"/>
              <p:cNvSpPr/>
              <p:nvPr>
                <p:custDataLst>
                  <p:tags r:id="rId10"/>
                </p:custDataLst>
              </p:nvPr>
            </p:nvSpPr>
            <p:spPr>
              <a:xfrm>
                <a:off x="5741" y="753"/>
                <a:ext cx="120" cy="120"/>
              </a:xfrm>
              <a:prstGeom prst="rect">
                <a:avLst/>
              </a:prstGeom>
              <a:noFill/>
              <a:ln>
                <a:solidFill>
                  <a:srgbClr val="7F7F7F">
                    <a:alpha val="7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2630170" y="1517650"/>
            <a:ext cx="3252470" cy="213360"/>
            <a:chOff x="4236" y="2499"/>
            <a:chExt cx="5122" cy="336"/>
          </a:xfrm>
        </p:grpSpPr>
        <p:grpSp>
          <p:nvGrpSpPr>
            <p:cNvPr id="51" name="组合 50"/>
            <p:cNvGrpSpPr/>
            <p:nvPr/>
          </p:nvGrpSpPr>
          <p:grpSpPr>
            <a:xfrm>
              <a:off x="4236" y="2499"/>
              <a:ext cx="5122" cy="336"/>
              <a:chOff x="4236" y="2499"/>
              <a:chExt cx="5122" cy="336"/>
            </a:xfrm>
          </p:grpSpPr>
          <p:sp>
            <p:nvSpPr>
              <p:cNvPr id="32" name="文本框 3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236" y="2499"/>
                <a:ext cx="1235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排序</a:t>
                </a:r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方式：</a:t>
                </a:r>
                <a:endParaRPr lang="zh-CN" altLang="en-US" sz="8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5478" y="2499"/>
                <a:ext cx="712" cy="337"/>
                <a:chOff x="5741" y="645"/>
                <a:chExt cx="712" cy="337"/>
              </a:xfrm>
            </p:grpSpPr>
            <p:sp>
              <p:nvSpPr>
                <p:cNvPr id="40" name="文本框 39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5811" y="645"/>
                  <a:ext cx="642" cy="3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l"/>
                  <a:r>
                    <a:rPr lang="zh-CN" altLang="en-US" sz="800">
                      <a:solidFill>
                        <a:schemeClr val="bg1">
                          <a:lumMod val="50000"/>
                        </a:schemeClr>
                      </a:solidFill>
                    </a:rPr>
                    <a:t>名称</a:t>
                  </a:r>
                  <a:endParaRPr lang="zh-CN" altLang="en-US" sz="80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" name="椭圆 40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741" y="753"/>
                  <a:ext cx="120" cy="120"/>
                </a:xfrm>
                <a:prstGeom prst="ellipse">
                  <a:avLst/>
                </a:prstGeom>
                <a:noFill/>
                <a:ln>
                  <a:solidFill>
                    <a:srgbClr val="7F7F7F">
                      <a:alpha val="70000"/>
                    </a:srgb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6623" y="2499"/>
                <a:ext cx="1591" cy="337"/>
                <a:chOff x="5741" y="645"/>
                <a:chExt cx="1591" cy="337"/>
              </a:xfrm>
            </p:grpSpPr>
            <p:sp>
              <p:nvSpPr>
                <p:cNvPr id="43" name="文本框 42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5811" y="645"/>
                  <a:ext cx="1521" cy="3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l"/>
                  <a:r>
                    <a:rPr lang="zh-CN" altLang="en-US" sz="800">
                      <a:solidFill>
                        <a:schemeClr val="bg1">
                          <a:lumMod val="50000"/>
                        </a:schemeClr>
                      </a:solidFill>
                    </a:rPr>
                    <a:t>创建日期</a:t>
                  </a:r>
                  <a:endParaRPr lang="zh-CN" altLang="en-US" sz="80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4" name="椭圆 43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5741" y="753"/>
                  <a:ext cx="120" cy="120"/>
                </a:xfrm>
                <a:prstGeom prst="ellipse">
                  <a:avLst/>
                </a:prstGeom>
                <a:noFill/>
                <a:ln>
                  <a:solidFill>
                    <a:srgbClr val="7F7F7F">
                      <a:alpha val="70000"/>
                    </a:srgb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5" name="文本框 44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838" y="2499"/>
                <a:ext cx="1521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修改</a:t>
                </a:r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日期</a:t>
                </a:r>
                <a:endParaRPr lang="zh-CN" altLang="en-US" sz="8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46" name="椭圆 45"/>
            <p:cNvSpPr/>
            <p:nvPr>
              <p:custDataLst>
                <p:tags r:id="rId17"/>
              </p:custDataLst>
            </p:nvPr>
          </p:nvSpPr>
          <p:spPr>
            <a:xfrm>
              <a:off x="7768" y="2592"/>
              <a:ext cx="120" cy="120"/>
            </a:xfrm>
            <a:prstGeom prst="ellipse">
              <a:avLst/>
            </a:prstGeom>
            <a:noFill/>
            <a:ln>
              <a:solidFill>
                <a:srgbClr val="7F7F7F">
                  <a:alpha val="7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1428750" y="746125"/>
            <a:ext cx="1022985" cy="4965700"/>
          </a:xfrm>
          <a:prstGeom prst="rect">
            <a:avLst/>
          </a:prstGeom>
          <a:solidFill>
            <a:srgbClr val="7073DE"/>
          </a:solidFill>
          <a:ln>
            <a:noFill/>
          </a:ln>
          <a:effectLst>
            <a:outerShdw blurRad="381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428750" y="742950"/>
            <a:ext cx="1022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2"/>
                </a:solidFill>
                <a:latin typeface="+mj-ea"/>
                <a:ea typeface="+mj-ea"/>
              </a:rPr>
              <a:t>EchoX</a:t>
            </a:r>
            <a:endParaRPr lang="en-US" altLang="zh-CN" b="1">
              <a:solidFill>
                <a:schemeClr val="bg2"/>
              </a:solidFill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428750" y="1155065"/>
            <a:ext cx="1022985" cy="349250"/>
            <a:chOff x="3905" y="442"/>
            <a:chExt cx="1611" cy="550"/>
          </a:xfrm>
        </p:grpSpPr>
        <p:sp>
          <p:nvSpPr>
            <p:cNvPr id="3" name="矩形 2"/>
            <p:cNvSpPr/>
            <p:nvPr/>
          </p:nvSpPr>
          <p:spPr>
            <a:xfrm>
              <a:off x="3905" y="442"/>
              <a:ext cx="1610" cy="550"/>
            </a:xfrm>
            <a:prstGeom prst="rect">
              <a:avLst/>
            </a:prstGeom>
            <a:solidFill>
              <a:srgbClr val="6568CC"/>
            </a:solidFill>
            <a:ln>
              <a:noFill/>
            </a:ln>
            <a:effectLst>
              <a:innerShdw blurRad="190500">
                <a:prstClr val="black">
                  <a:alpha val="11000"/>
                </a:prst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>
              <p:custDataLst>
                <p:tags r:id="rId18"/>
              </p:custDataLst>
            </p:nvPr>
          </p:nvSpPr>
          <p:spPr>
            <a:xfrm>
              <a:off x="5471" y="443"/>
              <a:ext cx="45" cy="5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555750" y="1626235"/>
            <a:ext cx="808990" cy="213995"/>
            <a:chOff x="2496" y="2119"/>
            <a:chExt cx="1274" cy="337"/>
          </a:xfrm>
        </p:grpSpPr>
        <p:sp>
          <p:nvSpPr>
            <p:cNvPr id="15" name="文本框 14"/>
            <p:cNvSpPr txBox="1"/>
            <p:nvPr>
              <p:custDataLst>
                <p:tags r:id="rId19"/>
              </p:custDataLst>
            </p:nvPr>
          </p:nvSpPr>
          <p:spPr>
            <a:xfrm>
              <a:off x="2638" y="2119"/>
              <a:ext cx="113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插件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pic>
          <p:nvPicPr>
            <p:cNvPr id="16" name="图片 15" descr="插件功能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496" y="2146"/>
              <a:ext cx="283" cy="283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1555750" y="1233170"/>
            <a:ext cx="808990" cy="213995"/>
            <a:chOff x="2496" y="1476"/>
            <a:chExt cx="1274" cy="337"/>
          </a:xfrm>
        </p:grpSpPr>
        <p:pic>
          <p:nvPicPr>
            <p:cNvPr id="9" name="图片 8" descr="projects 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496" y="1503"/>
              <a:ext cx="283" cy="283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638" y="1476"/>
              <a:ext cx="1132" cy="33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工程</a:t>
              </a:r>
              <a:endParaRPr lang="zh-CN" altLang="en-US" sz="8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555750" y="1991360"/>
            <a:ext cx="808990" cy="213995"/>
            <a:chOff x="2496" y="2667"/>
            <a:chExt cx="1274" cy="337"/>
          </a:xfrm>
        </p:grpSpPr>
        <p:pic>
          <p:nvPicPr>
            <p:cNvPr id="11" name="图片 10" descr="setting-fill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2496" y="2694"/>
              <a:ext cx="283" cy="28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>
              <p:custDataLst>
                <p:tags r:id="rId23"/>
              </p:custDataLst>
            </p:nvPr>
          </p:nvSpPr>
          <p:spPr>
            <a:xfrm>
              <a:off x="2638" y="2667"/>
              <a:ext cx="113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设置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</p:grpSp>
      <p:sp>
        <p:nvSpPr>
          <p:cNvPr id="54" name="圆角矩形 53"/>
          <p:cNvSpPr/>
          <p:nvPr/>
        </p:nvSpPr>
        <p:spPr>
          <a:xfrm>
            <a:off x="7508240" y="1358900"/>
            <a:ext cx="855980" cy="372745"/>
          </a:xfrm>
          <a:prstGeom prst="roundRect">
            <a:avLst>
              <a:gd name="adj" fmla="val 4642"/>
            </a:avLst>
          </a:prstGeom>
          <a:solidFill>
            <a:srgbClr val="6568CC"/>
          </a:solidFill>
          <a:ln>
            <a:solidFill>
              <a:schemeClr val="bg1">
                <a:alpha val="25000"/>
              </a:schemeClr>
            </a:solidFill>
          </a:ln>
          <a:effectLst>
            <a:outerShdw blurRad="1397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2800">
                <a:solidFill>
                  <a:schemeClr val="bg1"/>
                </a:solidFill>
              </a:rPr>
              <a:t>+</a:t>
            </a:r>
            <a:endParaRPr lang="en-US" altLang="zh-CN" sz="2800">
              <a:solidFill>
                <a:schemeClr val="bg1"/>
              </a:solidFill>
            </a:endParaRPr>
          </a:p>
        </p:txBody>
      </p:sp>
      <p:sp>
        <p:nvSpPr>
          <p:cNvPr id="60" name="圆角矩形 59"/>
          <p:cNvSpPr/>
          <p:nvPr>
            <p:custDataLst>
              <p:tags r:id="rId24"/>
            </p:custDataLst>
          </p:nvPr>
        </p:nvSpPr>
        <p:spPr>
          <a:xfrm>
            <a:off x="8300720" y="1909445"/>
            <a:ext cx="93980" cy="1313180"/>
          </a:xfrm>
          <a:prstGeom prst="roundRect">
            <a:avLst>
              <a:gd name="adj" fmla="val 29729"/>
            </a:avLst>
          </a:prstGeom>
          <a:solidFill>
            <a:srgbClr val="7073DE">
              <a:alpha val="4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>
            <p:custDataLst>
              <p:tags r:id="rId25"/>
            </p:custDataLst>
          </p:nvPr>
        </p:nvSpPr>
        <p:spPr>
          <a:xfrm>
            <a:off x="4011930" y="204787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>
            <p:custDataLst>
              <p:tags r:id="rId26"/>
            </p:custDataLst>
          </p:nvPr>
        </p:nvSpPr>
        <p:spPr>
          <a:xfrm>
            <a:off x="4011930" y="343027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圆角矩形 65"/>
          <p:cNvSpPr/>
          <p:nvPr>
            <p:custDataLst>
              <p:tags r:id="rId27"/>
            </p:custDataLst>
          </p:nvPr>
        </p:nvSpPr>
        <p:spPr>
          <a:xfrm>
            <a:off x="5429250" y="204787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>
            <p:custDataLst>
              <p:tags r:id="rId28"/>
            </p:custDataLst>
          </p:nvPr>
        </p:nvSpPr>
        <p:spPr>
          <a:xfrm>
            <a:off x="5429250" y="343027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9" name="圆角矩形 68"/>
          <p:cNvSpPr/>
          <p:nvPr>
            <p:custDataLst>
              <p:tags r:id="rId29"/>
            </p:custDataLst>
          </p:nvPr>
        </p:nvSpPr>
        <p:spPr>
          <a:xfrm>
            <a:off x="6846570" y="204787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>
            <p:custDataLst>
              <p:tags r:id="rId30"/>
            </p:custDataLst>
          </p:nvPr>
        </p:nvSpPr>
        <p:spPr>
          <a:xfrm>
            <a:off x="6846570" y="343027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圆角矩形 27"/>
          <p:cNvSpPr/>
          <p:nvPr>
            <p:custDataLst>
              <p:tags r:id="rId31"/>
            </p:custDataLst>
          </p:nvPr>
        </p:nvSpPr>
        <p:spPr>
          <a:xfrm>
            <a:off x="2594610" y="204787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2"/>
            </p:custDataLst>
          </p:nvPr>
        </p:nvSpPr>
        <p:spPr>
          <a:xfrm>
            <a:off x="2594610" y="3430270"/>
            <a:ext cx="1332865" cy="224155"/>
          </a:xfrm>
          <a:prstGeom prst="rect">
            <a:avLst/>
          </a:prstGeom>
          <a:solidFill>
            <a:srgbClr val="F8F9FF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圆角矩形 71"/>
          <p:cNvSpPr/>
          <p:nvPr>
            <p:custDataLst>
              <p:tags r:id="rId33"/>
            </p:custDataLst>
          </p:nvPr>
        </p:nvSpPr>
        <p:spPr>
          <a:xfrm>
            <a:off x="2594610" y="389826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>
            <p:custDataLst>
              <p:tags r:id="rId34"/>
            </p:custDataLst>
          </p:nvPr>
        </p:nvSpPr>
        <p:spPr>
          <a:xfrm>
            <a:off x="2594610" y="528066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5" name="圆角矩形 74"/>
          <p:cNvSpPr/>
          <p:nvPr>
            <p:custDataLst>
              <p:tags r:id="rId35"/>
            </p:custDataLst>
          </p:nvPr>
        </p:nvSpPr>
        <p:spPr>
          <a:xfrm>
            <a:off x="4011930" y="389826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>
            <p:custDataLst>
              <p:tags r:id="rId36"/>
            </p:custDataLst>
          </p:nvPr>
        </p:nvSpPr>
        <p:spPr>
          <a:xfrm>
            <a:off x="4011930" y="528066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圆角矩形 77"/>
          <p:cNvSpPr/>
          <p:nvPr>
            <p:custDataLst>
              <p:tags r:id="rId37"/>
            </p:custDataLst>
          </p:nvPr>
        </p:nvSpPr>
        <p:spPr>
          <a:xfrm>
            <a:off x="5429250" y="389826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>
            <p:custDataLst>
              <p:tags r:id="rId38"/>
            </p:custDataLst>
          </p:nvPr>
        </p:nvSpPr>
        <p:spPr>
          <a:xfrm>
            <a:off x="5429250" y="528066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1" name="圆角矩形 80"/>
          <p:cNvSpPr/>
          <p:nvPr>
            <p:custDataLst>
              <p:tags r:id="rId39"/>
            </p:custDataLst>
          </p:nvPr>
        </p:nvSpPr>
        <p:spPr>
          <a:xfrm>
            <a:off x="6846570" y="389826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>
            <p:custDataLst>
              <p:tags r:id="rId40"/>
            </p:custDataLst>
          </p:nvPr>
        </p:nvSpPr>
        <p:spPr>
          <a:xfrm>
            <a:off x="6846570" y="528066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" name="图片 11" descr="下载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27050" y="1111250"/>
            <a:ext cx="196215" cy="196215"/>
          </a:xfrm>
          <a:prstGeom prst="rect">
            <a:avLst/>
          </a:prstGeom>
        </p:spPr>
      </p:pic>
      <p:pic>
        <p:nvPicPr>
          <p:cNvPr id="22" name="图片 21" descr="C[3JZ}P)WL8}V$5E@TWUQZ7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1266190"/>
            <a:ext cx="615315" cy="574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1504950" y="746125"/>
            <a:ext cx="6908800" cy="496570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1651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422525" y="742950"/>
            <a:ext cx="5991225" cy="1077595"/>
          </a:xfrm>
          <a:prstGeom prst="rect">
            <a:avLst/>
          </a:prstGeom>
          <a:solidFill>
            <a:srgbClr val="FDFDFF"/>
          </a:solidFill>
          <a:ln>
            <a:noFill/>
          </a:ln>
          <a:effectLst>
            <a:outerShdw blurRad="889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76185" y="746125"/>
            <a:ext cx="837565" cy="177800"/>
          </a:xfrm>
          <a:prstGeom prst="rect">
            <a:avLst/>
          </a:prstGeom>
        </p:spPr>
      </p:pic>
      <p:pic>
        <p:nvPicPr>
          <p:cNvPr id="6" name="图片 5" descr="search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2689860" y="941705"/>
            <a:ext cx="193040" cy="193040"/>
          </a:xfrm>
          <a:prstGeom prst="rect">
            <a:avLst/>
          </a:prstGeom>
          <a:effectLst/>
        </p:spPr>
      </p:pic>
      <p:sp>
        <p:nvSpPr>
          <p:cNvPr id="7" name="文本框 6"/>
          <p:cNvSpPr txBox="1"/>
          <p:nvPr/>
        </p:nvSpPr>
        <p:spPr>
          <a:xfrm>
            <a:off x="2772410" y="941705"/>
            <a:ext cx="65659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solidFill>
                  <a:schemeClr val="bg1">
                    <a:lumMod val="85000"/>
                  </a:schemeClr>
                </a:solidFill>
              </a:rPr>
              <a:t>搜索</a:t>
            </a:r>
            <a:endParaRPr lang="zh-CN" altLang="en-US" sz="80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2630170" y="1290320"/>
            <a:ext cx="3101340" cy="213995"/>
            <a:chOff x="4236" y="2032"/>
            <a:chExt cx="4884" cy="337"/>
          </a:xfrm>
        </p:grpSpPr>
        <p:sp>
          <p:nvSpPr>
            <p:cNvPr id="13" name="文本框 12"/>
            <p:cNvSpPr txBox="1"/>
            <p:nvPr>
              <p:custDataLst>
                <p:tags r:id="rId5"/>
              </p:custDataLst>
            </p:nvPr>
          </p:nvSpPr>
          <p:spPr>
            <a:xfrm>
              <a:off x="4236" y="2032"/>
              <a:ext cx="64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800">
                  <a:solidFill>
                    <a:schemeClr val="bg1">
                      <a:lumMod val="50000"/>
                    </a:schemeClr>
                  </a:solidFill>
                </a:rPr>
                <a:t>类型：</a:t>
              </a:r>
              <a:endParaRPr lang="zh-CN" altLang="en-US" sz="8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5478" y="2032"/>
              <a:ext cx="712" cy="337"/>
              <a:chOff x="5741" y="645"/>
              <a:chExt cx="712" cy="337"/>
            </a:xfrm>
          </p:grpSpPr>
          <p:sp>
            <p:nvSpPr>
              <p:cNvPr id="23" name="文本框 2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11" y="645"/>
                <a:ext cx="642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挂件</a:t>
                </a:r>
                <a:endParaRPr lang="zh-CN" altLang="en-US" sz="8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5741" y="753"/>
                <a:ext cx="120" cy="120"/>
              </a:xfrm>
              <a:prstGeom prst="rect">
                <a:avLst/>
              </a:prstGeom>
              <a:noFill/>
              <a:ln>
                <a:solidFill>
                  <a:srgbClr val="7F7F7F">
                    <a:alpha val="7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6623" y="2032"/>
              <a:ext cx="712" cy="337"/>
              <a:chOff x="5741" y="645"/>
              <a:chExt cx="712" cy="337"/>
            </a:xfrm>
          </p:grpSpPr>
          <p:sp>
            <p:nvSpPr>
              <p:cNvPr id="34" name="文本框 33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11" y="645"/>
                <a:ext cx="642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壁纸</a:t>
                </a:r>
                <a:endParaRPr lang="zh-CN" altLang="en-US" sz="8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" name="矩形 34"/>
              <p:cNvSpPr/>
              <p:nvPr>
                <p:custDataLst>
                  <p:tags r:id="rId8"/>
                </p:custDataLst>
              </p:nvPr>
            </p:nvSpPr>
            <p:spPr>
              <a:xfrm>
                <a:off x="5741" y="753"/>
                <a:ext cx="120" cy="120"/>
              </a:xfrm>
              <a:prstGeom prst="rect">
                <a:avLst/>
              </a:prstGeom>
              <a:noFill/>
              <a:ln>
                <a:solidFill>
                  <a:srgbClr val="7F7F7F">
                    <a:alpha val="7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7768" y="2032"/>
              <a:ext cx="1352" cy="337"/>
              <a:chOff x="5741" y="645"/>
              <a:chExt cx="1352" cy="337"/>
            </a:xfrm>
          </p:grpSpPr>
          <p:sp>
            <p:nvSpPr>
              <p:cNvPr id="37" name="文本框 3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811" y="645"/>
                <a:ext cx="1282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漫游</a:t>
                </a:r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场景</a:t>
                </a:r>
                <a:endParaRPr lang="zh-CN" altLang="en-US" sz="8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" name="矩形 37"/>
              <p:cNvSpPr/>
              <p:nvPr>
                <p:custDataLst>
                  <p:tags r:id="rId10"/>
                </p:custDataLst>
              </p:nvPr>
            </p:nvSpPr>
            <p:spPr>
              <a:xfrm>
                <a:off x="5741" y="753"/>
                <a:ext cx="120" cy="120"/>
              </a:xfrm>
              <a:prstGeom prst="rect">
                <a:avLst/>
              </a:prstGeom>
              <a:noFill/>
              <a:ln>
                <a:solidFill>
                  <a:srgbClr val="7F7F7F">
                    <a:alpha val="7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2630170" y="1517650"/>
            <a:ext cx="3252470" cy="213360"/>
            <a:chOff x="4236" y="2499"/>
            <a:chExt cx="5122" cy="336"/>
          </a:xfrm>
        </p:grpSpPr>
        <p:grpSp>
          <p:nvGrpSpPr>
            <p:cNvPr id="51" name="组合 50"/>
            <p:cNvGrpSpPr/>
            <p:nvPr/>
          </p:nvGrpSpPr>
          <p:grpSpPr>
            <a:xfrm>
              <a:off x="4236" y="2499"/>
              <a:ext cx="5122" cy="336"/>
              <a:chOff x="4236" y="2499"/>
              <a:chExt cx="5122" cy="336"/>
            </a:xfrm>
          </p:grpSpPr>
          <p:sp>
            <p:nvSpPr>
              <p:cNvPr id="32" name="文本框 3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236" y="2499"/>
                <a:ext cx="1235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排序</a:t>
                </a:r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方式：</a:t>
                </a:r>
                <a:endParaRPr lang="zh-CN" altLang="en-US" sz="8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5478" y="2499"/>
                <a:ext cx="712" cy="337"/>
                <a:chOff x="5741" y="645"/>
                <a:chExt cx="712" cy="337"/>
              </a:xfrm>
            </p:grpSpPr>
            <p:sp>
              <p:nvSpPr>
                <p:cNvPr id="40" name="文本框 39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5811" y="645"/>
                  <a:ext cx="642" cy="3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l"/>
                  <a:r>
                    <a:rPr lang="zh-CN" altLang="en-US" sz="800">
                      <a:solidFill>
                        <a:schemeClr val="bg1">
                          <a:lumMod val="50000"/>
                        </a:schemeClr>
                      </a:solidFill>
                    </a:rPr>
                    <a:t>名称</a:t>
                  </a:r>
                  <a:endParaRPr lang="zh-CN" altLang="en-US" sz="80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1" name="椭圆 40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741" y="753"/>
                  <a:ext cx="120" cy="120"/>
                </a:xfrm>
                <a:prstGeom prst="ellipse">
                  <a:avLst/>
                </a:prstGeom>
                <a:noFill/>
                <a:ln>
                  <a:solidFill>
                    <a:srgbClr val="7F7F7F">
                      <a:alpha val="70000"/>
                    </a:srgb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6623" y="2499"/>
                <a:ext cx="1591" cy="337"/>
                <a:chOff x="5741" y="645"/>
                <a:chExt cx="1591" cy="337"/>
              </a:xfrm>
            </p:grpSpPr>
            <p:sp>
              <p:nvSpPr>
                <p:cNvPr id="43" name="文本框 42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5811" y="645"/>
                  <a:ext cx="1521" cy="3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l"/>
                  <a:r>
                    <a:rPr lang="zh-CN" altLang="en-US" sz="800">
                      <a:solidFill>
                        <a:schemeClr val="bg1">
                          <a:lumMod val="50000"/>
                        </a:schemeClr>
                      </a:solidFill>
                    </a:rPr>
                    <a:t>创建日期</a:t>
                  </a:r>
                  <a:endParaRPr lang="zh-CN" altLang="en-US" sz="80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4" name="椭圆 43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5741" y="753"/>
                  <a:ext cx="120" cy="120"/>
                </a:xfrm>
                <a:prstGeom prst="ellipse">
                  <a:avLst/>
                </a:prstGeom>
                <a:noFill/>
                <a:ln>
                  <a:solidFill>
                    <a:srgbClr val="7F7F7F">
                      <a:alpha val="70000"/>
                    </a:srgb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5" name="文本框 44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838" y="2499"/>
                <a:ext cx="1521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修改</a:t>
                </a:r>
                <a:r>
                  <a:rPr lang="zh-CN" altLang="en-US" sz="800">
                    <a:solidFill>
                      <a:schemeClr val="bg1">
                        <a:lumMod val="50000"/>
                      </a:schemeClr>
                    </a:solidFill>
                  </a:rPr>
                  <a:t>日期</a:t>
                </a:r>
                <a:endParaRPr lang="zh-CN" altLang="en-US" sz="8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46" name="椭圆 45"/>
            <p:cNvSpPr/>
            <p:nvPr>
              <p:custDataLst>
                <p:tags r:id="rId17"/>
              </p:custDataLst>
            </p:nvPr>
          </p:nvSpPr>
          <p:spPr>
            <a:xfrm>
              <a:off x="7768" y="2592"/>
              <a:ext cx="120" cy="120"/>
            </a:xfrm>
            <a:prstGeom prst="ellipse">
              <a:avLst/>
            </a:prstGeom>
            <a:noFill/>
            <a:ln>
              <a:solidFill>
                <a:srgbClr val="7F7F7F">
                  <a:alpha val="7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1428750" y="746125"/>
            <a:ext cx="1022985" cy="4965700"/>
          </a:xfrm>
          <a:prstGeom prst="rect">
            <a:avLst/>
          </a:prstGeom>
          <a:solidFill>
            <a:srgbClr val="7073DE"/>
          </a:solidFill>
          <a:ln>
            <a:noFill/>
          </a:ln>
          <a:effectLst>
            <a:outerShdw blurRad="381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428750" y="742950"/>
            <a:ext cx="1022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2"/>
                </a:solidFill>
                <a:latin typeface="+mj-ea"/>
                <a:ea typeface="+mj-ea"/>
              </a:rPr>
              <a:t>EchoX</a:t>
            </a:r>
            <a:endParaRPr lang="en-US" altLang="zh-CN" b="1">
              <a:solidFill>
                <a:schemeClr val="bg2"/>
              </a:solidFill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428750" y="1155065"/>
            <a:ext cx="1022985" cy="349250"/>
            <a:chOff x="3905" y="442"/>
            <a:chExt cx="1611" cy="550"/>
          </a:xfrm>
        </p:grpSpPr>
        <p:sp>
          <p:nvSpPr>
            <p:cNvPr id="3" name="矩形 2"/>
            <p:cNvSpPr/>
            <p:nvPr/>
          </p:nvSpPr>
          <p:spPr>
            <a:xfrm>
              <a:off x="3905" y="442"/>
              <a:ext cx="1610" cy="550"/>
            </a:xfrm>
            <a:prstGeom prst="rect">
              <a:avLst/>
            </a:prstGeom>
            <a:solidFill>
              <a:srgbClr val="6568CC"/>
            </a:solidFill>
            <a:ln>
              <a:noFill/>
            </a:ln>
            <a:effectLst>
              <a:innerShdw blurRad="190500">
                <a:prstClr val="black">
                  <a:alpha val="11000"/>
                </a:prst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>
              <p:custDataLst>
                <p:tags r:id="rId18"/>
              </p:custDataLst>
            </p:nvPr>
          </p:nvSpPr>
          <p:spPr>
            <a:xfrm>
              <a:off x="5471" y="443"/>
              <a:ext cx="45" cy="5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555750" y="1626235"/>
            <a:ext cx="808990" cy="213995"/>
            <a:chOff x="2496" y="2119"/>
            <a:chExt cx="1274" cy="337"/>
          </a:xfrm>
        </p:grpSpPr>
        <p:sp>
          <p:nvSpPr>
            <p:cNvPr id="15" name="文本框 14"/>
            <p:cNvSpPr txBox="1"/>
            <p:nvPr>
              <p:custDataLst>
                <p:tags r:id="rId19"/>
              </p:custDataLst>
            </p:nvPr>
          </p:nvSpPr>
          <p:spPr>
            <a:xfrm>
              <a:off x="2638" y="2119"/>
              <a:ext cx="113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插件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pic>
          <p:nvPicPr>
            <p:cNvPr id="16" name="图片 15" descr="插件功能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496" y="2146"/>
              <a:ext cx="283" cy="283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1555750" y="1233170"/>
            <a:ext cx="808990" cy="213995"/>
            <a:chOff x="2496" y="1476"/>
            <a:chExt cx="1274" cy="337"/>
          </a:xfrm>
        </p:grpSpPr>
        <p:pic>
          <p:nvPicPr>
            <p:cNvPr id="9" name="图片 8" descr="projects 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496" y="1503"/>
              <a:ext cx="283" cy="283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638" y="1476"/>
              <a:ext cx="1132" cy="33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工程</a:t>
              </a:r>
              <a:endParaRPr lang="zh-CN" altLang="en-US" sz="8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555750" y="1991360"/>
            <a:ext cx="808990" cy="213995"/>
            <a:chOff x="2496" y="2667"/>
            <a:chExt cx="1274" cy="337"/>
          </a:xfrm>
        </p:grpSpPr>
        <p:pic>
          <p:nvPicPr>
            <p:cNvPr id="11" name="图片 10" descr="setting-fill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2496" y="2694"/>
              <a:ext cx="283" cy="28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>
              <p:custDataLst>
                <p:tags r:id="rId23"/>
              </p:custDataLst>
            </p:nvPr>
          </p:nvSpPr>
          <p:spPr>
            <a:xfrm>
              <a:off x="2638" y="2667"/>
              <a:ext cx="113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设置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</p:grpSp>
      <p:sp>
        <p:nvSpPr>
          <p:cNvPr id="54" name="圆角矩形 53"/>
          <p:cNvSpPr/>
          <p:nvPr/>
        </p:nvSpPr>
        <p:spPr>
          <a:xfrm>
            <a:off x="7508240" y="1358900"/>
            <a:ext cx="855980" cy="372745"/>
          </a:xfrm>
          <a:prstGeom prst="roundRect">
            <a:avLst>
              <a:gd name="adj" fmla="val 4642"/>
            </a:avLst>
          </a:prstGeom>
          <a:solidFill>
            <a:srgbClr val="6568CC"/>
          </a:solidFill>
          <a:ln>
            <a:solidFill>
              <a:schemeClr val="bg1">
                <a:alpha val="25000"/>
              </a:schemeClr>
            </a:solidFill>
          </a:ln>
          <a:effectLst>
            <a:outerShdw blurRad="1397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2800">
                <a:solidFill>
                  <a:schemeClr val="bg1"/>
                </a:solidFill>
              </a:rPr>
              <a:t>+</a:t>
            </a:r>
            <a:endParaRPr lang="en-US" altLang="zh-CN" sz="2800">
              <a:solidFill>
                <a:schemeClr val="bg1"/>
              </a:solidFill>
            </a:endParaRPr>
          </a:p>
        </p:txBody>
      </p:sp>
      <p:sp>
        <p:nvSpPr>
          <p:cNvPr id="60" name="圆角矩形 59"/>
          <p:cNvSpPr/>
          <p:nvPr>
            <p:custDataLst>
              <p:tags r:id="rId24"/>
            </p:custDataLst>
          </p:nvPr>
        </p:nvSpPr>
        <p:spPr>
          <a:xfrm>
            <a:off x="8300720" y="1909445"/>
            <a:ext cx="93980" cy="1313180"/>
          </a:xfrm>
          <a:prstGeom prst="roundRect">
            <a:avLst>
              <a:gd name="adj" fmla="val 29729"/>
            </a:avLst>
          </a:prstGeom>
          <a:solidFill>
            <a:srgbClr val="7073DE">
              <a:alpha val="4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>
            <p:custDataLst>
              <p:tags r:id="rId25"/>
            </p:custDataLst>
          </p:nvPr>
        </p:nvSpPr>
        <p:spPr>
          <a:xfrm>
            <a:off x="4011930" y="204787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>
            <p:custDataLst>
              <p:tags r:id="rId26"/>
            </p:custDataLst>
          </p:nvPr>
        </p:nvSpPr>
        <p:spPr>
          <a:xfrm>
            <a:off x="4011930" y="343027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圆角矩形 65"/>
          <p:cNvSpPr/>
          <p:nvPr>
            <p:custDataLst>
              <p:tags r:id="rId27"/>
            </p:custDataLst>
          </p:nvPr>
        </p:nvSpPr>
        <p:spPr>
          <a:xfrm>
            <a:off x="5429250" y="204787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>
            <p:custDataLst>
              <p:tags r:id="rId28"/>
            </p:custDataLst>
          </p:nvPr>
        </p:nvSpPr>
        <p:spPr>
          <a:xfrm>
            <a:off x="5429250" y="343027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9" name="圆角矩形 68"/>
          <p:cNvSpPr/>
          <p:nvPr>
            <p:custDataLst>
              <p:tags r:id="rId29"/>
            </p:custDataLst>
          </p:nvPr>
        </p:nvSpPr>
        <p:spPr>
          <a:xfrm>
            <a:off x="6846570" y="204787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>
            <p:custDataLst>
              <p:tags r:id="rId30"/>
            </p:custDataLst>
          </p:nvPr>
        </p:nvSpPr>
        <p:spPr>
          <a:xfrm>
            <a:off x="6846570" y="343027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圆角矩形 27"/>
          <p:cNvSpPr/>
          <p:nvPr>
            <p:custDataLst>
              <p:tags r:id="rId31"/>
            </p:custDataLst>
          </p:nvPr>
        </p:nvSpPr>
        <p:spPr>
          <a:xfrm>
            <a:off x="2594610" y="204787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2"/>
            </p:custDataLst>
          </p:nvPr>
        </p:nvSpPr>
        <p:spPr>
          <a:xfrm>
            <a:off x="2594610" y="3430270"/>
            <a:ext cx="1332865" cy="224155"/>
          </a:xfrm>
          <a:prstGeom prst="rect">
            <a:avLst/>
          </a:prstGeom>
          <a:solidFill>
            <a:srgbClr val="F8F9FF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圆角矩形 71"/>
          <p:cNvSpPr/>
          <p:nvPr>
            <p:custDataLst>
              <p:tags r:id="rId33"/>
            </p:custDataLst>
          </p:nvPr>
        </p:nvSpPr>
        <p:spPr>
          <a:xfrm>
            <a:off x="2594610" y="389826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>
            <p:custDataLst>
              <p:tags r:id="rId34"/>
            </p:custDataLst>
          </p:nvPr>
        </p:nvSpPr>
        <p:spPr>
          <a:xfrm>
            <a:off x="2594610" y="528066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5" name="圆角矩形 74"/>
          <p:cNvSpPr/>
          <p:nvPr>
            <p:custDataLst>
              <p:tags r:id="rId35"/>
            </p:custDataLst>
          </p:nvPr>
        </p:nvSpPr>
        <p:spPr>
          <a:xfrm>
            <a:off x="4011930" y="389826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>
            <p:custDataLst>
              <p:tags r:id="rId36"/>
            </p:custDataLst>
          </p:nvPr>
        </p:nvSpPr>
        <p:spPr>
          <a:xfrm>
            <a:off x="4011930" y="528066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圆角矩形 77"/>
          <p:cNvSpPr/>
          <p:nvPr>
            <p:custDataLst>
              <p:tags r:id="rId37"/>
            </p:custDataLst>
          </p:nvPr>
        </p:nvSpPr>
        <p:spPr>
          <a:xfrm>
            <a:off x="5429250" y="389826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>
            <p:custDataLst>
              <p:tags r:id="rId38"/>
            </p:custDataLst>
          </p:nvPr>
        </p:nvSpPr>
        <p:spPr>
          <a:xfrm>
            <a:off x="5429250" y="528066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1" name="圆角矩形 80"/>
          <p:cNvSpPr/>
          <p:nvPr>
            <p:custDataLst>
              <p:tags r:id="rId39"/>
            </p:custDataLst>
          </p:nvPr>
        </p:nvSpPr>
        <p:spPr>
          <a:xfrm>
            <a:off x="6846570" y="3898265"/>
            <a:ext cx="1332865" cy="1313180"/>
          </a:xfrm>
          <a:prstGeom prst="roundRect">
            <a:avLst>
              <a:gd name="adj" fmla="val 4642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>
            <p:custDataLst>
              <p:tags r:id="rId40"/>
            </p:custDataLst>
          </p:nvPr>
        </p:nvSpPr>
        <p:spPr>
          <a:xfrm>
            <a:off x="6846570" y="5280660"/>
            <a:ext cx="1332865" cy="22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工程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8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1504950" y="746125"/>
            <a:ext cx="6908800" cy="496570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1651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76185" y="746125"/>
            <a:ext cx="837565" cy="1778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428750" y="746125"/>
            <a:ext cx="1022985" cy="4965700"/>
          </a:xfrm>
          <a:prstGeom prst="rect">
            <a:avLst/>
          </a:prstGeom>
          <a:solidFill>
            <a:srgbClr val="7073DE"/>
          </a:solidFill>
          <a:ln>
            <a:noFill/>
          </a:ln>
          <a:effectLst>
            <a:outerShdw blurRad="381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428750" y="742950"/>
            <a:ext cx="1022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2"/>
                </a:solidFill>
                <a:latin typeface="+mj-ea"/>
                <a:ea typeface="+mj-ea"/>
              </a:rPr>
              <a:t>EchoX</a:t>
            </a:r>
            <a:endParaRPr lang="en-US" altLang="zh-CN" b="1">
              <a:solidFill>
                <a:schemeClr val="bg2"/>
              </a:solidFill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428750" y="1155065"/>
            <a:ext cx="1022985" cy="349250"/>
            <a:chOff x="3905" y="442"/>
            <a:chExt cx="1611" cy="550"/>
          </a:xfrm>
        </p:grpSpPr>
        <p:sp>
          <p:nvSpPr>
            <p:cNvPr id="3" name="矩形 2"/>
            <p:cNvSpPr/>
            <p:nvPr/>
          </p:nvSpPr>
          <p:spPr>
            <a:xfrm>
              <a:off x="3905" y="442"/>
              <a:ext cx="1610" cy="550"/>
            </a:xfrm>
            <a:prstGeom prst="rect">
              <a:avLst/>
            </a:prstGeom>
            <a:solidFill>
              <a:srgbClr val="6568CC"/>
            </a:solidFill>
            <a:ln>
              <a:noFill/>
            </a:ln>
            <a:effectLst>
              <a:innerShdw blurRad="190500">
                <a:prstClr val="black">
                  <a:alpha val="11000"/>
                </a:prst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5471" y="443"/>
              <a:ext cx="45" cy="5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555750" y="1626235"/>
            <a:ext cx="808990" cy="213995"/>
            <a:chOff x="2496" y="2119"/>
            <a:chExt cx="1274" cy="337"/>
          </a:xfrm>
        </p:grpSpPr>
        <p:sp>
          <p:nvSpPr>
            <p:cNvPr id="15" name="文本框 14"/>
            <p:cNvSpPr txBox="1"/>
            <p:nvPr>
              <p:custDataLst>
                <p:tags r:id="rId5"/>
              </p:custDataLst>
            </p:nvPr>
          </p:nvSpPr>
          <p:spPr>
            <a:xfrm>
              <a:off x="2638" y="2119"/>
              <a:ext cx="113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插件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pic>
          <p:nvPicPr>
            <p:cNvPr id="16" name="图片 15" descr="插件功能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96" y="2146"/>
              <a:ext cx="283" cy="283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1555750" y="1233170"/>
            <a:ext cx="808990" cy="213995"/>
            <a:chOff x="2496" y="1476"/>
            <a:chExt cx="1274" cy="337"/>
          </a:xfrm>
        </p:grpSpPr>
        <p:pic>
          <p:nvPicPr>
            <p:cNvPr id="9" name="图片 8" descr="projects 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96" y="1503"/>
              <a:ext cx="283" cy="283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638" y="1476"/>
              <a:ext cx="1132" cy="33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工程</a:t>
              </a:r>
              <a:endParaRPr lang="zh-CN" altLang="en-US" sz="8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555750" y="1991360"/>
            <a:ext cx="808990" cy="213995"/>
            <a:chOff x="2496" y="2667"/>
            <a:chExt cx="1274" cy="337"/>
          </a:xfrm>
        </p:grpSpPr>
        <p:pic>
          <p:nvPicPr>
            <p:cNvPr id="11" name="图片 10" descr="setting-fill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96" y="2694"/>
              <a:ext cx="283" cy="28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638" y="2667"/>
              <a:ext cx="113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设置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</p:grpSp>
      <p:pic>
        <p:nvPicPr>
          <p:cNvPr id="12" name="图片 11" descr="返回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6190" y="806450"/>
            <a:ext cx="149860" cy="14986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2663190" y="774700"/>
            <a:ext cx="4076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</a:rPr>
              <a:t>返回</a:t>
            </a:r>
            <a:endParaRPr lang="zh-CN" altLang="en-US" sz="80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2536190" y="1104265"/>
            <a:ext cx="2818765" cy="4533265"/>
            <a:chOff x="4060" y="1941"/>
            <a:chExt cx="4439" cy="7139"/>
          </a:xfrm>
          <a:effectLst>
            <a:outerShdw blurRad="127000" algn="ctr" rotWithShape="0">
              <a:prstClr val="black">
                <a:alpha val="5000"/>
              </a:prstClr>
            </a:outerShdw>
          </a:effectLst>
        </p:grpSpPr>
        <p:sp>
          <p:nvSpPr>
            <p:cNvPr id="48" name="矩形 47"/>
            <p:cNvSpPr/>
            <p:nvPr>
              <p:custDataLst>
                <p:tags r:id="rId12"/>
              </p:custDataLst>
            </p:nvPr>
          </p:nvSpPr>
          <p:spPr>
            <a:xfrm>
              <a:off x="4060" y="2171"/>
              <a:ext cx="4439" cy="69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>
              <p:custDataLst>
                <p:tags r:id="rId13"/>
              </p:custDataLst>
            </p:nvPr>
          </p:nvSpPr>
          <p:spPr>
            <a:xfrm>
              <a:off x="4060" y="1941"/>
              <a:ext cx="715" cy="2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00">
                  <a:solidFill>
                    <a:srgbClr val="786BD4"/>
                  </a:solidFill>
                </a:rPr>
                <a:t>挂件</a:t>
              </a:r>
              <a:endParaRPr lang="zh-CN" altLang="en-US" sz="700">
                <a:solidFill>
                  <a:srgbClr val="786BD4"/>
                </a:solidFill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5386705" y="1126490"/>
            <a:ext cx="2966085" cy="1645920"/>
            <a:chOff x="8483" y="1624"/>
            <a:chExt cx="4671" cy="2592"/>
          </a:xfrm>
          <a:effectLst>
            <a:outerShdw blurRad="127000" algn="ctr" rotWithShape="0">
              <a:prstClr val="black">
                <a:alpha val="5000"/>
              </a:prstClr>
            </a:outerShdw>
          </a:effectLst>
        </p:grpSpPr>
        <p:sp>
          <p:nvSpPr>
            <p:cNvPr id="49" name="矩形 48"/>
            <p:cNvSpPr/>
            <p:nvPr>
              <p:custDataLst>
                <p:tags r:id="rId14"/>
              </p:custDataLst>
            </p:nvPr>
          </p:nvSpPr>
          <p:spPr>
            <a:xfrm>
              <a:off x="8483" y="1819"/>
              <a:ext cx="4671" cy="23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>
              <p:custDataLst>
                <p:tags r:id="rId15"/>
              </p:custDataLst>
            </p:nvPr>
          </p:nvSpPr>
          <p:spPr>
            <a:xfrm>
              <a:off x="8483" y="1624"/>
              <a:ext cx="715" cy="2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00">
                  <a:solidFill>
                    <a:srgbClr val="786BD4"/>
                  </a:solidFill>
                </a:rPr>
                <a:t>大纲</a:t>
              </a:r>
              <a:endParaRPr lang="zh-CN" altLang="en-US" sz="700">
                <a:solidFill>
                  <a:srgbClr val="786BD4"/>
                </a:solidFill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386705" y="2800985"/>
            <a:ext cx="2966085" cy="2836545"/>
            <a:chOff x="8483" y="4411"/>
            <a:chExt cx="4671" cy="4467"/>
          </a:xfrm>
          <a:effectLst>
            <a:outerShdw blurRad="127000" algn="ctr" rotWithShape="0">
              <a:prstClr val="black">
                <a:alpha val="5000"/>
              </a:prstClr>
            </a:outerShdw>
          </a:effectLst>
        </p:grpSpPr>
        <p:sp>
          <p:nvSpPr>
            <p:cNvPr id="50" name="矩形 49"/>
            <p:cNvSpPr/>
            <p:nvPr>
              <p:custDataLst>
                <p:tags r:id="rId16"/>
              </p:custDataLst>
            </p:nvPr>
          </p:nvSpPr>
          <p:spPr>
            <a:xfrm>
              <a:off x="8483" y="4641"/>
              <a:ext cx="4671" cy="42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>
              <p:custDataLst>
                <p:tags r:id="rId17"/>
              </p:custDataLst>
            </p:nvPr>
          </p:nvSpPr>
          <p:spPr>
            <a:xfrm>
              <a:off x="8483" y="4411"/>
              <a:ext cx="715" cy="2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00">
                  <a:solidFill>
                    <a:srgbClr val="786BD4"/>
                  </a:solidFill>
                </a:rPr>
                <a:t>细节</a:t>
              </a:r>
              <a:endParaRPr lang="zh-CN" altLang="en-US" sz="700">
                <a:solidFill>
                  <a:srgbClr val="786BD4"/>
                </a:solidFill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2686050" y="1365250"/>
            <a:ext cx="2540635" cy="641985"/>
            <a:chOff x="4230" y="2150"/>
            <a:chExt cx="4001" cy="1011"/>
          </a:xfrm>
        </p:grpSpPr>
        <p:sp>
          <p:nvSpPr>
            <p:cNvPr id="62" name="矩形 61"/>
            <p:cNvSpPr/>
            <p:nvPr/>
          </p:nvSpPr>
          <p:spPr>
            <a:xfrm>
              <a:off x="4230" y="2227"/>
              <a:ext cx="973" cy="934"/>
            </a:xfrm>
            <a:prstGeom prst="rect">
              <a:avLst/>
            </a:prstGeom>
            <a:solidFill>
              <a:srgbClr val="F8F9FF">
                <a:alpha val="90000"/>
              </a:srgbClr>
            </a:solidFill>
            <a:ln>
              <a:solidFill>
                <a:srgbClr val="796AD5">
                  <a:alpha val="28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5167" y="2150"/>
              <a:ext cx="2173" cy="3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挂件名称</a:t>
              </a:r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18"/>
              </p:custDataLst>
            </p:nvPr>
          </p:nvSpPr>
          <p:spPr>
            <a:xfrm>
              <a:off x="5167" y="2441"/>
              <a:ext cx="3064" cy="6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|... </a:t>
              </a:r>
              <a:endParaRPr lang="en-US" altLang="zh-CN" sz="6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686050" y="2080895"/>
            <a:ext cx="2540635" cy="641985"/>
            <a:chOff x="4230" y="2150"/>
            <a:chExt cx="4001" cy="1011"/>
          </a:xfrm>
        </p:grpSpPr>
        <p:sp>
          <p:nvSpPr>
            <p:cNvPr id="84" name="矩形 83"/>
            <p:cNvSpPr/>
            <p:nvPr>
              <p:custDataLst>
                <p:tags r:id="rId19"/>
              </p:custDataLst>
            </p:nvPr>
          </p:nvSpPr>
          <p:spPr>
            <a:xfrm>
              <a:off x="4230" y="2227"/>
              <a:ext cx="973" cy="934"/>
            </a:xfrm>
            <a:prstGeom prst="rect">
              <a:avLst/>
            </a:prstGeom>
            <a:solidFill>
              <a:srgbClr val="F8F9FF">
                <a:alpha val="90000"/>
              </a:srgbClr>
            </a:solidFill>
            <a:ln>
              <a:solidFill>
                <a:srgbClr val="796AD5">
                  <a:alpha val="28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文本框 84"/>
            <p:cNvSpPr txBox="1"/>
            <p:nvPr>
              <p:custDataLst>
                <p:tags r:id="rId20"/>
              </p:custDataLst>
            </p:nvPr>
          </p:nvSpPr>
          <p:spPr>
            <a:xfrm>
              <a:off x="5167" y="2150"/>
              <a:ext cx="2173" cy="3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挂件名称</a:t>
              </a:r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6" name="文本框 85"/>
            <p:cNvSpPr txBox="1"/>
            <p:nvPr>
              <p:custDataLst>
                <p:tags r:id="rId21"/>
              </p:custDataLst>
            </p:nvPr>
          </p:nvSpPr>
          <p:spPr>
            <a:xfrm>
              <a:off x="5167" y="2441"/>
              <a:ext cx="3064" cy="6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|... </a:t>
              </a:r>
              <a:endParaRPr lang="en-US" altLang="zh-CN" sz="6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2686050" y="2796540"/>
            <a:ext cx="2540635" cy="641985"/>
            <a:chOff x="4230" y="2150"/>
            <a:chExt cx="4001" cy="1011"/>
          </a:xfrm>
        </p:grpSpPr>
        <p:sp>
          <p:nvSpPr>
            <p:cNvPr id="88" name="矩形 87"/>
            <p:cNvSpPr/>
            <p:nvPr>
              <p:custDataLst>
                <p:tags r:id="rId22"/>
              </p:custDataLst>
            </p:nvPr>
          </p:nvSpPr>
          <p:spPr>
            <a:xfrm>
              <a:off x="4230" y="2227"/>
              <a:ext cx="973" cy="934"/>
            </a:xfrm>
            <a:prstGeom prst="rect">
              <a:avLst/>
            </a:prstGeom>
            <a:solidFill>
              <a:srgbClr val="F8F9FF">
                <a:alpha val="90000"/>
              </a:srgbClr>
            </a:solidFill>
            <a:ln>
              <a:solidFill>
                <a:srgbClr val="796AD5">
                  <a:alpha val="28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文本框 88"/>
            <p:cNvSpPr txBox="1"/>
            <p:nvPr>
              <p:custDataLst>
                <p:tags r:id="rId23"/>
              </p:custDataLst>
            </p:nvPr>
          </p:nvSpPr>
          <p:spPr>
            <a:xfrm>
              <a:off x="5167" y="2150"/>
              <a:ext cx="2173" cy="3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挂件名称</a:t>
              </a:r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90" name="文本框 89"/>
            <p:cNvSpPr txBox="1"/>
            <p:nvPr>
              <p:custDataLst>
                <p:tags r:id="rId24"/>
              </p:custDataLst>
            </p:nvPr>
          </p:nvSpPr>
          <p:spPr>
            <a:xfrm>
              <a:off x="5167" y="2441"/>
              <a:ext cx="3064" cy="6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|... </a:t>
              </a:r>
              <a:endParaRPr lang="en-US" altLang="zh-CN" sz="6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2686050" y="3512185"/>
            <a:ext cx="2540635" cy="641985"/>
            <a:chOff x="4230" y="2150"/>
            <a:chExt cx="4001" cy="1011"/>
          </a:xfrm>
        </p:grpSpPr>
        <p:sp>
          <p:nvSpPr>
            <p:cNvPr id="92" name="矩形 91"/>
            <p:cNvSpPr/>
            <p:nvPr>
              <p:custDataLst>
                <p:tags r:id="rId25"/>
              </p:custDataLst>
            </p:nvPr>
          </p:nvSpPr>
          <p:spPr>
            <a:xfrm>
              <a:off x="4230" y="2227"/>
              <a:ext cx="973" cy="934"/>
            </a:xfrm>
            <a:prstGeom prst="rect">
              <a:avLst/>
            </a:prstGeom>
            <a:solidFill>
              <a:srgbClr val="F8F9FF">
                <a:alpha val="90000"/>
              </a:srgbClr>
            </a:solidFill>
            <a:ln>
              <a:solidFill>
                <a:srgbClr val="796AD5">
                  <a:alpha val="28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文本框 92"/>
            <p:cNvSpPr txBox="1"/>
            <p:nvPr>
              <p:custDataLst>
                <p:tags r:id="rId26"/>
              </p:custDataLst>
            </p:nvPr>
          </p:nvSpPr>
          <p:spPr>
            <a:xfrm>
              <a:off x="5167" y="2150"/>
              <a:ext cx="2173" cy="3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挂件名称</a:t>
              </a:r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94" name="文本框 93"/>
            <p:cNvSpPr txBox="1"/>
            <p:nvPr>
              <p:custDataLst>
                <p:tags r:id="rId27"/>
              </p:custDataLst>
            </p:nvPr>
          </p:nvSpPr>
          <p:spPr>
            <a:xfrm>
              <a:off x="5167" y="2441"/>
              <a:ext cx="3064" cy="6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|... </a:t>
              </a:r>
              <a:endParaRPr lang="en-US" altLang="zh-CN" sz="6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2686050" y="4227830"/>
            <a:ext cx="2540635" cy="641985"/>
            <a:chOff x="4230" y="2150"/>
            <a:chExt cx="4001" cy="1011"/>
          </a:xfrm>
        </p:grpSpPr>
        <p:sp>
          <p:nvSpPr>
            <p:cNvPr id="96" name="矩形 95"/>
            <p:cNvSpPr/>
            <p:nvPr>
              <p:custDataLst>
                <p:tags r:id="rId28"/>
              </p:custDataLst>
            </p:nvPr>
          </p:nvSpPr>
          <p:spPr>
            <a:xfrm>
              <a:off x="4230" y="2227"/>
              <a:ext cx="973" cy="934"/>
            </a:xfrm>
            <a:prstGeom prst="rect">
              <a:avLst/>
            </a:prstGeom>
            <a:solidFill>
              <a:srgbClr val="F8F9FF">
                <a:alpha val="90000"/>
              </a:srgbClr>
            </a:solidFill>
            <a:ln>
              <a:solidFill>
                <a:srgbClr val="796AD5">
                  <a:alpha val="28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7" name="文本框 96"/>
            <p:cNvSpPr txBox="1"/>
            <p:nvPr>
              <p:custDataLst>
                <p:tags r:id="rId29"/>
              </p:custDataLst>
            </p:nvPr>
          </p:nvSpPr>
          <p:spPr>
            <a:xfrm>
              <a:off x="5167" y="2150"/>
              <a:ext cx="2173" cy="3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挂件名称</a:t>
              </a:r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98" name="文本框 97"/>
            <p:cNvSpPr txBox="1"/>
            <p:nvPr>
              <p:custDataLst>
                <p:tags r:id="rId30"/>
              </p:custDataLst>
            </p:nvPr>
          </p:nvSpPr>
          <p:spPr>
            <a:xfrm>
              <a:off x="5167" y="2441"/>
              <a:ext cx="3064" cy="6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|... </a:t>
              </a:r>
              <a:endParaRPr lang="en-US" altLang="zh-CN" sz="6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2686050" y="4943475"/>
            <a:ext cx="2540635" cy="641985"/>
            <a:chOff x="4230" y="2150"/>
            <a:chExt cx="4001" cy="1011"/>
          </a:xfrm>
        </p:grpSpPr>
        <p:sp>
          <p:nvSpPr>
            <p:cNvPr id="100" name="矩形 99"/>
            <p:cNvSpPr/>
            <p:nvPr>
              <p:custDataLst>
                <p:tags r:id="rId31"/>
              </p:custDataLst>
            </p:nvPr>
          </p:nvSpPr>
          <p:spPr>
            <a:xfrm>
              <a:off x="4230" y="2227"/>
              <a:ext cx="973" cy="934"/>
            </a:xfrm>
            <a:prstGeom prst="rect">
              <a:avLst/>
            </a:prstGeom>
            <a:solidFill>
              <a:srgbClr val="F8F9FF">
                <a:alpha val="90000"/>
              </a:srgbClr>
            </a:solidFill>
            <a:ln>
              <a:solidFill>
                <a:srgbClr val="796AD5">
                  <a:alpha val="28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1" name="文本框 100"/>
            <p:cNvSpPr txBox="1"/>
            <p:nvPr>
              <p:custDataLst>
                <p:tags r:id="rId32"/>
              </p:custDataLst>
            </p:nvPr>
          </p:nvSpPr>
          <p:spPr>
            <a:xfrm>
              <a:off x="5167" y="2150"/>
              <a:ext cx="2173" cy="3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挂件名称</a:t>
              </a:r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2" name="文本框 101"/>
            <p:cNvSpPr txBox="1"/>
            <p:nvPr>
              <p:custDataLst>
                <p:tags r:id="rId33"/>
              </p:custDataLst>
            </p:nvPr>
          </p:nvSpPr>
          <p:spPr>
            <a:xfrm>
              <a:off x="5167" y="2441"/>
              <a:ext cx="3064" cy="6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挂件描述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|... </a:t>
              </a:r>
              <a:endParaRPr lang="en-US" altLang="zh-CN" sz="6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</p:grpSp>
      <p:sp>
        <p:nvSpPr>
          <p:cNvPr id="119" name="文本框 118"/>
          <p:cNvSpPr txBox="1"/>
          <p:nvPr>
            <p:custDataLst>
              <p:tags r:id="rId34"/>
            </p:custDataLst>
          </p:nvPr>
        </p:nvSpPr>
        <p:spPr>
          <a:xfrm>
            <a:off x="5840730" y="1265555"/>
            <a:ext cx="2459355" cy="212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700">
                <a:solidFill>
                  <a:schemeClr val="tx1">
                    <a:lumMod val="65000"/>
                    <a:lumOff val="35000"/>
                  </a:schemeClr>
                </a:solidFill>
              </a:rPr>
              <a:t>挂件名称</a:t>
            </a:r>
            <a:endParaRPr lang="zh-CN" altLang="en-US" sz="7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21" name="图片 120" descr="eye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49570" y="1313180"/>
            <a:ext cx="108000" cy="108000"/>
          </a:xfrm>
          <a:prstGeom prst="rect">
            <a:avLst/>
          </a:prstGeom>
        </p:spPr>
      </p:pic>
      <p:pic>
        <p:nvPicPr>
          <p:cNvPr id="122" name="图片 121" descr="no_eye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458570" y="1680845"/>
            <a:ext cx="90000" cy="90000"/>
          </a:xfrm>
          <a:prstGeom prst="rect">
            <a:avLst/>
          </a:prstGeom>
        </p:spPr>
      </p:pic>
      <p:cxnSp>
        <p:nvCxnSpPr>
          <p:cNvPr id="124" name="直接连接符 123"/>
          <p:cNvCxnSpPr/>
          <p:nvPr/>
        </p:nvCxnSpPr>
        <p:spPr>
          <a:xfrm flipH="1">
            <a:off x="5636260" y="1299210"/>
            <a:ext cx="3175" cy="1377950"/>
          </a:xfrm>
          <a:prstGeom prst="line">
            <a:avLst/>
          </a:prstGeom>
          <a:ln w="3175">
            <a:solidFill>
              <a:srgbClr val="786BD4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5" name="文本框 124"/>
          <p:cNvSpPr txBox="1"/>
          <p:nvPr>
            <p:custDataLst>
              <p:tags r:id="rId37"/>
            </p:custDataLst>
          </p:nvPr>
        </p:nvSpPr>
        <p:spPr>
          <a:xfrm>
            <a:off x="5732780" y="1494155"/>
            <a:ext cx="496570" cy="149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00">
                <a:solidFill>
                  <a:schemeClr val="tx1">
                    <a:lumMod val="50000"/>
                    <a:lumOff val="50000"/>
                  </a:schemeClr>
                </a:solidFill>
              </a:rPr>
              <a:t>挂件</a:t>
            </a:r>
            <a:r>
              <a:rPr lang="en-US" altLang="zh-CN" sz="60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endParaRPr lang="en-US" altLang="zh-CN" sz="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7" name="文本框 126"/>
          <p:cNvSpPr txBox="1"/>
          <p:nvPr>
            <p:custDataLst>
              <p:tags r:id="rId38"/>
            </p:custDataLst>
          </p:nvPr>
        </p:nvSpPr>
        <p:spPr>
          <a:xfrm>
            <a:off x="5732780" y="1621790"/>
            <a:ext cx="496570" cy="149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00">
                <a:solidFill>
                  <a:schemeClr val="tx1">
                    <a:lumMod val="50000"/>
                    <a:lumOff val="50000"/>
                  </a:schemeClr>
                </a:solidFill>
              </a:rPr>
              <a:t>挂件</a:t>
            </a:r>
            <a:r>
              <a:rPr lang="en-US" altLang="zh-CN" sz="60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endParaRPr lang="en-US" altLang="zh-CN" sz="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8" name="文本框 127"/>
          <p:cNvSpPr txBox="1"/>
          <p:nvPr>
            <p:custDataLst>
              <p:tags r:id="rId39"/>
            </p:custDataLst>
          </p:nvPr>
        </p:nvSpPr>
        <p:spPr>
          <a:xfrm>
            <a:off x="5732780" y="1749425"/>
            <a:ext cx="496570" cy="149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00">
                <a:solidFill>
                  <a:schemeClr val="tx1">
                    <a:lumMod val="50000"/>
                    <a:lumOff val="50000"/>
                  </a:schemeClr>
                </a:solidFill>
              </a:rPr>
              <a:t>挂件</a:t>
            </a:r>
            <a:r>
              <a:rPr lang="en-US" altLang="zh-CN" sz="60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endParaRPr lang="en-US" altLang="zh-CN" sz="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9" name="文本框 128"/>
          <p:cNvSpPr txBox="1"/>
          <p:nvPr>
            <p:custDataLst>
              <p:tags r:id="rId40"/>
            </p:custDataLst>
          </p:nvPr>
        </p:nvSpPr>
        <p:spPr>
          <a:xfrm>
            <a:off x="5732780" y="1877060"/>
            <a:ext cx="496570" cy="149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00">
                <a:solidFill>
                  <a:schemeClr val="tx1">
                    <a:lumMod val="50000"/>
                    <a:lumOff val="50000"/>
                  </a:schemeClr>
                </a:solidFill>
              </a:rPr>
              <a:t>挂件</a:t>
            </a:r>
            <a:r>
              <a:rPr lang="en-US" altLang="zh-CN" sz="60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endParaRPr lang="en-US" altLang="zh-CN" sz="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0" name="文本框 129"/>
          <p:cNvSpPr txBox="1"/>
          <p:nvPr>
            <p:custDataLst>
              <p:tags r:id="rId41"/>
            </p:custDataLst>
          </p:nvPr>
        </p:nvSpPr>
        <p:spPr>
          <a:xfrm>
            <a:off x="5732780" y="2004695"/>
            <a:ext cx="496570" cy="149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00">
                <a:solidFill>
                  <a:schemeClr val="tx1">
                    <a:lumMod val="50000"/>
                    <a:lumOff val="50000"/>
                  </a:schemeClr>
                </a:solidFill>
              </a:rPr>
              <a:t>挂件</a:t>
            </a:r>
            <a:r>
              <a:rPr lang="en-US" altLang="zh-CN" sz="60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endParaRPr lang="en-US" altLang="zh-CN" sz="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1" name="文本框 130"/>
          <p:cNvSpPr txBox="1"/>
          <p:nvPr>
            <p:custDataLst>
              <p:tags r:id="rId42"/>
            </p:custDataLst>
          </p:nvPr>
        </p:nvSpPr>
        <p:spPr>
          <a:xfrm>
            <a:off x="5732780" y="2132330"/>
            <a:ext cx="496570" cy="149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00">
                <a:solidFill>
                  <a:schemeClr val="tx1">
                    <a:lumMod val="50000"/>
                    <a:lumOff val="50000"/>
                  </a:schemeClr>
                </a:solidFill>
              </a:rPr>
              <a:t>挂件</a:t>
            </a:r>
            <a:r>
              <a:rPr lang="en-US" altLang="zh-CN" sz="60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endParaRPr lang="en-US" altLang="zh-CN" sz="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2" name="文本框 131"/>
          <p:cNvSpPr txBox="1"/>
          <p:nvPr>
            <p:custDataLst>
              <p:tags r:id="rId43"/>
            </p:custDataLst>
          </p:nvPr>
        </p:nvSpPr>
        <p:spPr>
          <a:xfrm>
            <a:off x="5732780" y="2259965"/>
            <a:ext cx="496570" cy="149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00">
                <a:solidFill>
                  <a:schemeClr val="tx1">
                    <a:lumMod val="50000"/>
                    <a:lumOff val="50000"/>
                  </a:schemeClr>
                </a:solidFill>
              </a:rPr>
              <a:t>挂件</a:t>
            </a:r>
            <a:r>
              <a:rPr lang="en-US" altLang="zh-CN" sz="60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endParaRPr lang="en-US" altLang="zh-CN" sz="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3" name="文本框 132"/>
          <p:cNvSpPr txBox="1"/>
          <p:nvPr>
            <p:custDataLst>
              <p:tags r:id="rId44"/>
            </p:custDataLst>
          </p:nvPr>
        </p:nvSpPr>
        <p:spPr>
          <a:xfrm>
            <a:off x="5732780" y="2387600"/>
            <a:ext cx="496570" cy="149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00">
                <a:solidFill>
                  <a:schemeClr val="tx1">
                    <a:lumMod val="50000"/>
                    <a:lumOff val="50000"/>
                  </a:schemeClr>
                </a:solidFill>
              </a:rPr>
              <a:t>挂件</a:t>
            </a:r>
            <a:r>
              <a:rPr lang="en-US" altLang="zh-CN" sz="60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endParaRPr lang="en-US" altLang="zh-CN" sz="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4" name="文本框 133"/>
          <p:cNvSpPr txBox="1"/>
          <p:nvPr>
            <p:custDataLst>
              <p:tags r:id="rId45"/>
            </p:custDataLst>
          </p:nvPr>
        </p:nvSpPr>
        <p:spPr>
          <a:xfrm>
            <a:off x="5732780" y="2515235"/>
            <a:ext cx="496570" cy="149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00">
                <a:solidFill>
                  <a:schemeClr val="tx1">
                    <a:lumMod val="50000"/>
                    <a:lumOff val="50000"/>
                  </a:schemeClr>
                </a:solidFill>
              </a:rPr>
              <a:t>挂件</a:t>
            </a:r>
            <a:r>
              <a:rPr lang="en-US" altLang="zh-CN" sz="60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endParaRPr lang="en-US" altLang="zh-CN" sz="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35" name="图片 134" descr="no_eye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5458570" y="2446655"/>
            <a:ext cx="90000" cy="90000"/>
          </a:xfrm>
          <a:prstGeom prst="rect">
            <a:avLst/>
          </a:prstGeom>
        </p:spPr>
      </p:pic>
      <p:pic>
        <p:nvPicPr>
          <p:cNvPr id="138" name="图片 137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/>
          <a:srcRect b="31738"/>
          <a:stretch>
            <a:fillRect/>
          </a:stretch>
        </p:blipFill>
        <p:spPr>
          <a:xfrm>
            <a:off x="5386705" y="2947035"/>
            <a:ext cx="2965450" cy="26904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1504950" y="746125"/>
            <a:ext cx="6908800" cy="496570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1651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76185" y="746125"/>
            <a:ext cx="837565" cy="1778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428750" y="746125"/>
            <a:ext cx="1022985" cy="4965700"/>
          </a:xfrm>
          <a:prstGeom prst="rect">
            <a:avLst/>
          </a:prstGeom>
          <a:solidFill>
            <a:srgbClr val="7073DE"/>
          </a:solidFill>
          <a:ln>
            <a:noFill/>
          </a:ln>
          <a:effectLst>
            <a:outerShdw blurRad="381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428750" y="742950"/>
            <a:ext cx="1022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2"/>
                </a:solidFill>
                <a:latin typeface="+mj-ea"/>
                <a:ea typeface="+mj-ea"/>
              </a:rPr>
              <a:t>EchoX</a:t>
            </a:r>
            <a:endParaRPr lang="en-US" altLang="zh-CN" b="1">
              <a:solidFill>
                <a:schemeClr val="bg2"/>
              </a:solidFill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429385" y="1553210"/>
            <a:ext cx="1022985" cy="349250"/>
            <a:chOff x="3905" y="442"/>
            <a:chExt cx="1611" cy="550"/>
          </a:xfrm>
        </p:grpSpPr>
        <p:sp>
          <p:nvSpPr>
            <p:cNvPr id="3" name="矩形 2"/>
            <p:cNvSpPr/>
            <p:nvPr/>
          </p:nvSpPr>
          <p:spPr>
            <a:xfrm>
              <a:off x="3905" y="442"/>
              <a:ext cx="1610" cy="550"/>
            </a:xfrm>
            <a:prstGeom prst="rect">
              <a:avLst/>
            </a:prstGeom>
            <a:solidFill>
              <a:srgbClr val="6568CC"/>
            </a:solidFill>
            <a:ln>
              <a:noFill/>
            </a:ln>
            <a:effectLst>
              <a:innerShdw blurRad="190500">
                <a:prstClr val="black">
                  <a:alpha val="11000"/>
                </a:prst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5471" y="443"/>
              <a:ext cx="45" cy="5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555750" y="1626235"/>
            <a:ext cx="808990" cy="213995"/>
            <a:chOff x="2496" y="2119"/>
            <a:chExt cx="1274" cy="337"/>
          </a:xfrm>
        </p:grpSpPr>
        <p:sp>
          <p:nvSpPr>
            <p:cNvPr id="15" name="文本框 14"/>
            <p:cNvSpPr txBox="1"/>
            <p:nvPr>
              <p:custDataLst>
                <p:tags r:id="rId5"/>
              </p:custDataLst>
            </p:nvPr>
          </p:nvSpPr>
          <p:spPr>
            <a:xfrm>
              <a:off x="2638" y="2119"/>
              <a:ext cx="113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插件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pic>
          <p:nvPicPr>
            <p:cNvPr id="16" name="图片 15" descr="插件功能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96" y="2146"/>
              <a:ext cx="283" cy="283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1555750" y="1233170"/>
            <a:ext cx="808990" cy="213995"/>
            <a:chOff x="2496" y="1476"/>
            <a:chExt cx="1274" cy="337"/>
          </a:xfrm>
        </p:grpSpPr>
        <p:pic>
          <p:nvPicPr>
            <p:cNvPr id="9" name="图片 8" descr="projects 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96" y="1503"/>
              <a:ext cx="283" cy="283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638" y="1476"/>
              <a:ext cx="1132" cy="33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工程</a:t>
              </a:r>
              <a:endParaRPr lang="zh-CN" altLang="en-US" sz="8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555750" y="1991360"/>
            <a:ext cx="808990" cy="213995"/>
            <a:chOff x="2496" y="2667"/>
            <a:chExt cx="1274" cy="337"/>
          </a:xfrm>
        </p:grpSpPr>
        <p:pic>
          <p:nvPicPr>
            <p:cNvPr id="11" name="图片 10" descr="setting-fill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96" y="2694"/>
              <a:ext cx="283" cy="28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638" y="2667"/>
              <a:ext cx="113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设置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</p:grpSp>
      <p:sp>
        <p:nvSpPr>
          <p:cNvPr id="48" name="矩形 47"/>
          <p:cNvSpPr/>
          <p:nvPr>
            <p:custDataLst>
              <p:tags r:id="rId10"/>
            </p:custDataLst>
          </p:nvPr>
        </p:nvSpPr>
        <p:spPr>
          <a:xfrm>
            <a:off x="2536190" y="923925"/>
            <a:ext cx="5820410" cy="46843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>
            <p:custDataLst>
              <p:tags r:id="rId11"/>
            </p:custDataLst>
          </p:nvPr>
        </p:nvSpPr>
        <p:spPr>
          <a:xfrm>
            <a:off x="5279390" y="1001395"/>
            <a:ext cx="2973070" cy="2709545"/>
          </a:xfrm>
          <a:prstGeom prst="roundRect">
            <a:avLst>
              <a:gd name="adj" fmla="val 166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>
            <p:custDataLst>
              <p:tags r:id="rId12"/>
            </p:custDataLst>
          </p:nvPr>
        </p:nvSpPr>
        <p:spPr>
          <a:xfrm>
            <a:off x="5279390" y="3788410"/>
            <a:ext cx="1951355" cy="212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名称：</a:t>
            </a:r>
            <a:r>
              <a:rPr lang="en-US" altLang="zh-CN" sz="90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zh-CN" alt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粒子插件</a:t>
            </a:r>
            <a:r>
              <a:rPr lang="en-US" altLang="zh-CN" sz="9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zh-CN" sz="9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3"/>
            </p:custDataLst>
          </p:nvPr>
        </p:nvSpPr>
        <p:spPr>
          <a:xfrm>
            <a:off x="5279390" y="4050030"/>
            <a:ext cx="2065655" cy="212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作者：</a:t>
            </a:r>
            <a:r>
              <a:rPr lang="en-US" altLang="zh-CN" sz="90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altLang="zh-CN" sz="900">
                <a:solidFill>
                  <a:schemeClr val="tx1">
                    <a:lumMod val="65000"/>
                    <a:lumOff val="35000"/>
                  </a:schemeClr>
                </a:solidFill>
              </a:rPr>
              <a:t>Italink </a:t>
            </a:r>
            <a:endParaRPr lang="en-US" altLang="zh-CN" sz="9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4"/>
            </p:custDataLst>
          </p:nvPr>
        </p:nvSpPr>
        <p:spPr>
          <a:xfrm>
            <a:off x="5279390" y="4311650"/>
            <a:ext cx="2610485" cy="212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链接：</a:t>
            </a:r>
            <a:r>
              <a:rPr lang="en-US" altLang="zh-CN" sz="900">
                <a:solidFill>
                  <a:schemeClr val="tx1">
                    <a:lumMod val="65000"/>
                    <a:lumOff val="35000"/>
                  </a:schemeClr>
                </a:solidFill>
              </a:rPr>
              <a:t> 	</a:t>
            </a:r>
            <a:r>
              <a:rPr lang="en-US" altLang="zh-CN" sz="900" u="sng">
                <a:solidFill>
                  <a:srgbClr val="7073DE"/>
                </a:solidFill>
              </a:rPr>
              <a:t>https://github.com/Italink</a:t>
            </a:r>
            <a:endParaRPr lang="en-US" altLang="zh-CN" sz="900" u="sng">
              <a:solidFill>
                <a:srgbClr val="7073DE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5"/>
            </p:custDataLst>
          </p:nvPr>
        </p:nvSpPr>
        <p:spPr>
          <a:xfrm>
            <a:off x="5279390" y="4573270"/>
            <a:ext cx="2610485" cy="212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简介：</a:t>
            </a:r>
            <a:r>
              <a:rPr lang="en-US" altLang="zh-CN" sz="900">
                <a:solidFill>
                  <a:schemeClr val="tx1">
                    <a:lumMod val="65000"/>
                    <a:lumOff val="35000"/>
                  </a:schemeClr>
                </a:solidFill>
              </a:rPr>
              <a:t> 	</a:t>
            </a:r>
            <a:endParaRPr lang="en-US" altLang="zh-CN" sz="900" u="sng">
              <a:solidFill>
                <a:srgbClr val="7073DE"/>
              </a:solidFill>
            </a:endParaRPr>
          </a:p>
        </p:txBody>
      </p:sp>
      <p:sp>
        <p:nvSpPr>
          <p:cNvPr id="69" name="矩形 68"/>
          <p:cNvSpPr/>
          <p:nvPr>
            <p:custDataLst>
              <p:tags r:id="rId16"/>
            </p:custDataLst>
          </p:nvPr>
        </p:nvSpPr>
        <p:spPr>
          <a:xfrm>
            <a:off x="5362575" y="4824730"/>
            <a:ext cx="2905125" cy="711835"/>
          </a:xfrm>
          <a:prstGeom prst="rect">
            <a:avLst/>
          </a:prstGeom>
          <a:solidFill>
            <a:srgbClr val="F8F9FF">
              <a:alpha val="0"/>
            </a:srgbClr>
          </a:solidFill>
          <a:ln w="3175">
            <a:solidFill>
              <a:srgbClr val="796AD5">
                <a:alpha val="1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sz="700">
                <a:solidFill>
                  <a:schemeClr val="bg1">
                    <a:lumMod val="65000"/>
                  </a:schemeClr>
                </a:solidFill>
              </a:rPr>
              <a:t>该插件用于。。。。。。。。。。。。。。。。。。。。。。。。</a:t>
            </a:r>
            <a:endParaRPr lang="zh-CN" altLang="en-US" sz="7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2" name="图片 71" descr="image (1)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13425" y="1430020"/>
            <a:ext cx="1905000" cy="1905000"/>
          </a:xfrm>
          <a:prstGeom prst="rect">
            <a:avLst/>
          </a:prstGeom>
        </p:spPr>
      </p:pic>
      <p:grpSp>
        <p:nvGrpSpPr>
          <p:cNvPr id="78" name="组合 77"/>
          <p:cNvGrpSpPr/>
          <p:nvPr/>
        </p:nvGrpSpPr>
        <p:grpSpPr>
          <a:xfrm>
            <a:off x="2602865" y="984250"/>
            <a:ext cx="2563495" cy="641985"/>
            <a:chOff x="4064" y="5676"/>
            <a:chExt cx="4037" cy="1011"/>
          </a:xfrm>
        </p:grpSpPr>
        <p:grpSp>
          <p:nvGrpSpPr>
            <p:cNvPr id="42" name="组合 41"/>
            <p:cNvGrpSpPr/>
            <p:nvPr/>
          </p:nvGrpSpPr>
          <p:grpSpPr>
            <a:xfrm>
              <a:off x="4064" y="5676"/>
              <a:ext cx="3110" cy="1011"/>
              <a:chOff x="4230" y="2150"/>
              <a:chExt cx="3110" cy="1011"/>
            </a:xfrm>
          </p:grpSpPr>
          <p:sp>
            <p:nvSpPr>
              <p:cNvPr id="43" name="矩形 42"/>
              <p:cNvSpPr/>
              <p:nvPr>
                <p:custDataLst>
                  <p:tags r:id="rId18"/>
                </p:custDataLst>
              </p:nvPr>
            </p:nvSpPr>
            <p:spPr>
              <a:xfrm>
                <a:off x="4230" y="2227"/>
                <a:ext cx="973" cy="934"/>
              </a:xfrm>
              <a:prstGeom prst="rect">
                <a:avLst/>
              </a:prstGeom>
              <a:solidFill>
                <a:srgbClr val="F8F9FF">
                  <a:alpha val="90000"/>
                </a:srgbClr>
              </a:solidFill>
              <a:ln>
                <a:solidFill>
                  <a:srgbClr val="796AD5">
                    <a:alpha val="28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" name="文本框 43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5167" y="2150"/>
                <a:ext cx="2173" cy="3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插件名称</a:t>
                </a:r>
                <a:endPara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45" name="文本框 44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5167" y="2441"/>
                <a:ext cx="2013" cy="6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120000"/>
                  </a:lnSpc>
                </a:pP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|....</a:t>
                </a:r>
                <a:endPara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endParaRPr>
              </a:p>
            </p:txBody>
          </p:sp>
        </p:grpSp>
        <p:pic>
          <p:nvPicPr>
            <p:cNvPr id="74" name="图片 73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7171" y="5849"/>
              <a:ext cx="930" cy="780"/>
            </a:xfrm>
            <a:prstGeom prst="rect">
              <a:avLst/>
            </a:prstGeom>
          </p:spPr>
        </p:pic>
      </p:grpSp>
      <p:grpSp>
        <p:nvGrpSpPr>
          <p:cNvPr id="81" name="组合 80"/>
          <p:cNvGrpSpPr/>
          <p:nvPr/>
        </p:nvGrpSpPr>
        <p:grpSpPr>
          <a:xfrm rot="0">
            <a:off x="2602865" y="2299970"/>
            <a:ext cx="1974850" cy="641985"/>
            <a:chOff x="4230" y="2150"/>
            <a:chExt cx="3110" cy="1011"/>
          </a:xfrm>
        </p:grpSpPr>
        <p:sp>
          <p:nvSpPr>
            <p:cNvPr id="82" name="矩形 81"/>
            <p:cNvSpPr/>
            <p:nvPr>
              <p:custDataLst>
                <p:tags r:id="rId23"/>
              </p:custDataLst>
            </p:nvPr>
          </p:nvSpPr>
          <p:spPr>
            <a:xfrm>
              <a:off x="4230" y="2227"/>
              <a:ext cx="973" cy="934"/>
            </a:xfrm>
            <a:prstGeom prst="rect">
              <a:avLst/>
            </a:prstGeom>
            <a:solidFill>
              <a:srgbClr val="F8F9FF">
                <a:alpha val="90000"/>
              </a:srgbClr>
            </a:solidFill>
            <a:ln>
              <a:solidFill>
                <a:srgbClr val="796AD5">
                  <a:alpha val="28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文本框 82"/>
            <p:cNvSpPr txBox="1"/>
            <p:nvPr>
              <p:custDataLst>
                <p:tags r:id="rId24"/>
              </p:custDataLst>
            </p:nvPr>
          </p:nvSpPr>
          <p:spPr>
            <a:xfrm>
              <a:off x="5167" y="2150"/>
              <a:ext cx="2173" cy="3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插件名称</a:t>
              </a:r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4" name="文本框 83"/>
            <p:cNvSpPr txBox="1"/>
            <p:nvPr>
              <p:custDataLst>
                <p:tags r:id="rId25"/>
              </p:custDataLst>
            </p:nvPr>
          </p:nvSpPr>
          <p:spPr>
            <a:xfrm>
              <a:off x="5167" y="2441"/>
              <a:ext cx="2013" cy="6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|....</a:t>
              </a:r>
              <a:endParaRPr lang="en-US" altLang="zh-CN" sz="6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 rot="0">
            <a:off x="2602865" y="1642110"/>
            <a:ext cx="1974850" cy="641985"/>
            <a:chOff x="4230" y="2150"/>
            <a:chExt cx="3110" cy="1011"/>
          </a:xfrm>
        </p:grpSpPr>
        <p:sp>
          <p:nvSpPr>
            <p:cNvPr id="88" name="矩形 87"/>
            <p:cNvSpPr/>
            <p:nvPr>
              <p:custDataLst>
                <p:tags r:id="rId26"/>
              </p:custDataLst>
            </p:nvPr>
          </p:nvSpPr>
          <p:spPr>
            <a:xfrm>
              <a:off x="4230" y="2227"/>
              <a:ext cx="973" cy="934"/>
            </a:xfrm>
            <a:prstGeom prst="rect">
              <a:avLst/>
            </a:prstGeom>
            <a:solidFill>
              <a:srgbClr val="F8F9FF">
                <a:alpha val="90000"/>
              </a:srgbClr>
            </a:solidFill>
            <a:ln>
              <a:solidFill>
                <a:srgbClr val="796AD5">
                  <a:alpha val="28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文本框 88"/>
            <p:cNvSpPr txBox="1"/>
            <p:nvPr>
              <p:custDataLst>
                <p:tags r:id="rId27"/>
              </p:custDataLst>
            </p:nvPr>
          </p:nvSpPr>
          <p:spPr>
            <a:xfrm>
              <a:off x="5167" y="2150"/>
              <a:ext cx="2173" cy="3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插件名称</a:t>
              </a:r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90" name="文本框 89"/>
            <p:cNvSpPr txBox="1"/>
            <p:nvPr>
              <p:custDataLst>
                <p:tags r:id="rId28"/>
              </p:custDataLst>
            </p:nvPr>
          </p:nvSpPr>
          <p:spPr>
            <a:xfrm>
              <a:off x="5167" y="2441"/>
              <a:ext cx="2013" cy="6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</a:t>
              </a:r>
              <a:r>
                <a:rPr lang="zh-CN" alt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插件描述</a:t>
              </a:r>
              <a:r>
                <a: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|....</a:t>
              </a:r>
              <a:endParaRPr lang="en-US" altLang="zh-CN" sz="6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2602865" y="2957830"/>
            <a:ext cx="2563495" cy="641985"/>
            <a:chOff x="4064" y="5676"/>
            <a:chExt cx="4037" cy="1011"/>
          </a:xfrm>
        </p:grpSpPr>
        <p:grpSp>
          <p:nvGrpSpPr>
            <p:cNvPr id="93" name="组合 92"/>
            <p:cNvGrpSpPr/>
            <p:nvPr/>
          </p:nvGrpSpPr>
          <p:grpSpPr>
            <a:xfrm>
              <a:off x="4064" y="5676"/>
              <a:ext cx="3110" cy="1011"/>
              <a:chOff x="4230" y="2150"/>
              <a:chExt cx="3110" cy="1011"/>
            </a:xfrm>
          </p:grpSpPr>
          <p:sp>
            <p:nvSpPr>
              <p:cNvPr id="94" name="矩形 93"/>
              <p:cNvSpPr/>
              <p:nvPr>
                <p:custDataLst>
                  <p:tags r:id="rId29"/>
                </p:custDataLst>
              </p:nvPr>
            </p:nvSpPr>
            <p:spPr>
              <a:xfrm>
                <a:off x="4230" y="2227"/>
                <a:ext cx="973" cy="934"/>
              </a:xfrm>
              <a:prstGeom prst="rect">
                <a:avLst/>
              </a:prstGeom>
              <a:solidFill>
                <a:srgbClr val="F8F9FF">
                  <a:alpha val="90000"/>
                </a:srgbClr>
              </a:solidFill>
              <a:ln>
                <a:solidFill>
                  <a:srgbClr val="796AD5">
                    <a:alpha val="28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5" name="文本框 94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5167" y="2150"/>
                <a:ext cx="2173" cy="3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插件名称</a:t>
                </a:r>
                <a:endPara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96" name="文本框 95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5167" y="2441"/>
                <a:ext cx="2013" cy="6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120000"/>
                  </a:lnSpc>
                </a:pP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|....</a:t>
                </a:r>
                <a:endPara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endParaRPr>
              </a:p>
            </p:txBody>
          </p:sp>
        </p:grpSp>
        <p:pic>
          <p:nvPicPr>
            <p:cNvPr id="97" name="图片 96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7171" y="5849"/>
              <a:ext cx="930" cy="780"/>
            </a:xfrm>
            <a:prstGeom prst="rect">
              <a:avLst/>
            </a:prstGeom>
          </p:spPr>
        </p:pic>
      </p:grpSp>
      <p:grpSp>
        <p:nvGrpSpPr>
          <p:cNvPr id="98" name="组合 97"/>
          <p:cNvGrpSpPr/>
          <p:nvPr/>
        </p:nvGrpSpPr>
        <p:grpSpPr>
          <a:xfrm>
            <a:off x="2602865" y="3615690"/>
            <a:ext cx="2563495" cy="641985"/>
            <a:chOff x="4064" y="5676"/>
            <a:chExt cx="4037" cy="1011"/>
          </a:xfrm>
        </p:grpSpPr>
        <p:grpSp>
          <p:nvGrpSpPr>
            <p:cNvPr id="99" name="组合 98"/>
            <p:cNvGrpSpPr/>
            <p:nvPr/>
          </p:nvGrpSpPr>
          <p:grpSpPr>
            <a:xfrm>
              <a:off x="4064" y="5676"/>
              <a:ext cx="3110" cy="1011"/>
              <a:chOff x="4230" y="2150"/>
              <a:chExt cx="3110" cy="1011"/>
            </a:xfrm>
          </p:grpSpPr>
          <p:sp>
            <p:nvSpPr>
              <p:cNvPr id="100" name="矩形 99"/>
              <p:cNvSpPr/>
              <p:nvPr>
                <p:custDataLst>
                  <p:tags r:id="rId33"/>
                </p:custDataLst>
              </p:nvPr>
            </p:nvSpPr>
            <p:spPr>
              <a:xfrm>
                <a:off x="4230" y="2227"/>
                <a:ext cx="973" cy="934"/>
              </a:xfrm>
              <a:prstGeom prst="rect">
                <a:avLst/>
              </a:prstGeom>
              <a:solidFill>
                <a:srgbClr val="F8F9FF">
                  <a:alpha val="90000"/>
                </a:srgbClr>
              </a:solidFill>
              <a:ln>
                <a:solidFill>
                  <a:srgbClr val="796AD5">
                    <a:alpha val="28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1" name="文本框 100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5167" y="2150"/>
                <a:ext cx="2173" cy="3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插件名称</a:t>
                </a:r>
                <a:endPara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02" name="文本框 101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5167" y="2441"/>
                <a:ext cx="2013" cy="6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120000"/>
                  </a:lnSpc>
                </a:pP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|....</a:t>
                </a:r>
                <a:endPara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endParaRPr>
              </a:p>
            </p:txBody>
          </p:sp>
        </p:grpSp>
        <p:pic>
          <p:nvPicPr>
            <p:cNvPr id="103" name="图片 102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7171" y="5849"/>
              <a:ext cx="930" cy="780"/>
            </a:xfrm>
            <a:prstGeom prst="rect">
              <a:avLst/>
            </a:prstGeom>
          </p:spPr>
        </p:pic>
      </p:grpSp>
      <p:grpSp>
        <p:nvGrpSpPr>
          <p:cNvPr id="104" name="组合 103"/>
          <p:cNvGrpSpPr/>
          <p:nvPr/>
        </p:nvGrpSpPr>
        <p:grpSpPr>
          <a:xfrm>
            <a:off x="2602865" y="4273550"/>
            <a:ext cx="2563495" cy="641985"/>
            <a:chOff x="4064" y="5676"/>
            <a:chExt cx="4037" cy="1011"/>
          </a:xfrm>
        </p:grpSpPr>
        <p:grpSp>
          <p:nvGrpSpPr>
            <p:cNvPr id="105" name="组合 104"/>
            <p:cNvGrpSpPr/>
            <p:nvPr/>
          </p:nvGrpSpPr>
          <p:grpSpPr>
            <a:xfrm>
              <a:off x="4064" y="5676"/>
              <a:ext cx="3110" cy="1011"/>
              <a:chOff x="4230" y="2150"/>
              <a:chExt cx="3110" cy="1011"/>
            </a:xfrm>
          </p:grpSpPr>
          <p:sp>
            <p:nvSpPr>
              <p:cNvPr id="106" name="矩形 105"/>
              <p:cNvSpPr/>
              <p:nvPr>
                <p:custDataLst>
                  <p:tags r:id="rId37"/>
                </p:custDataLst>
              </p:nvPr>
            </p:nvSpPr>
            <p:spPr>
              <a:xfrm>
                <a:off x="4230" y="2227"/>
                <a:ext cx="973" cy="934"/>
              </a:xfrm>
              <a:prstGeom prst="rect">
                <a:avLst/>
              </a:prstGeom>
              <a:solidFill>
                <a:srgbClr val="F8F9FF">
                  <a:alpha val="90000"/>
                </a:srgbClr>
              </a:solidFill>
              <a:ln>
                <a:solidFill>
                  <a:srgbClr val="796AD5">
                    <a:alpha val="28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文本框 106"/>
              <p:cNvSpPr txBox="1"/>
              <p:nvPr>
                <p:custDataLst>
                  <p:tags r:id="rId38"/>
                </p:custDataLst>
              </p:nvPr>
            </p:nvSpPr>
            <p:spPr>
              <a:xfrm>
                <a:off x="5167" y="2150"/>
                <a:ext cx="2173" cy="3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插件名称</a:t>
                </a:r>
                <a:endPara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08" name="文本框 107"/>
              <p:cNvSpPr txBox="1"/>
              <p:nvPr>
                <p:custDataLst>
                  <p:tags r:id="rId39"/>
                </p:custDataLst>
              </p:nvPr>
            </p:nvSpPr>
            <p:spPr>
              <a:xfrm>
                <a:off x="5167" y="2441"/>
                <a:ext cx="2013" cy="6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120000"/>
                  </a:lnSpc>
                </a:pP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|....</a:t>
                </a:r>
                <a:endPara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endParaRPr>
              </a:p>
            </p:txBody>
          </p:sp>
        </p:grpSp>
        <p:pic>
          <p:nvPicPr>
            <p:cNvPr id="109" name="图片 108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7171" y="5849"/>
              <a:ext cx="930" cy="780"/>
            </a:xfrm>
            <a:prstGeom prst="rect">
              <a:avLst/>
            </a:prstGeom>
          </p:spPr>
        </p:pic>
      </p:grpSp>
      <p:grpSp>
        <p:nvGrpSpPr>
          <p:cNvPr id="110" name="组合 109"/>
          <p:cNvGrpSpPr/>
          <p:nvPr/>
        </p:nvGrpSpPr>
        <p:grpSpPr>
          <a:xfrm>
            <a:off x="2602865" y="4931410"/>
            <a:ext cx="2563495" cy="641985"/>
            <a:chOff x="4064" y="5676"/>
            <a:chExt cx="4037" cy="1011"/>
          </a:xfrm>
        </p:grpSpPr>
        <p:grpSp>
          <p:nvGrpSpPr>
            <p:cNvPr id="111" name="组合 110"/>
            <p:cNvGrpSpPr/>
            <p:nvPr/>
          </p:nvGrpSpPr>
          <p:grpSpPr>
            <a:xfrm>
              <a:off x="4064" y="5676"/>
              <a:ext cx="3110" cy="1011"/>
              <a:chOff x="4230" y="2150"/>
              <a:chExt cx="3110" cy="1011"/>
            </a:xfrm>
          </p:grpSpPr>
          <p:sp>
            <p:nvSpPr>
              <p:cNvPr id="112" name="矩形 111"/>
              <p:cNvSpPr/>
              <p:nvPr>
                <p:custDataLst>
                  <p:tags r:id="rId41"/>
                </p:custDataLst>
              </p:nvPr>
            </p:nvSpPr>
            <p:spPr>
              <a:xfrm>
                <a:off x="4230" y="2227"/>
                <a:ext cx="973" cy="934"/>
              </a:xfrm>
              <a:prstGeom prst="rect">
                <a:avLst/>
              </a:prstGeom>
              <a:solidFill>
                <a:srgbClr val="F8F9FF">
                  <a:alpha val="90000"/>
                </a:srgbClr>
              </a:solidFill>
              <a:ln>
                <a:solidFill>
                  <a:srgbClr val="796AD5">
                    <a:alpha val="28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文本框 112"/>
              <p:cNvSpPr txBox="1"/>
              <p:nvPr>
                <p:custDataLst>
                  <p:tags r:id="rId42"/>
                </p:custDataLst>
              </p:nvPr>
            </p:nvSpPr>
            <p:spPr>
              <a:xfrm>
                <a:off x="5167" y="2150"/>
                <a:ext cx="2173" cy="3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 sz="90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插件名称</a:t>
                </a:r>
                <a:endPara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14" name="文本框 113"/>
              <p:cNvSpPr txBox="1"/>
              <p:nvPr>
                <p:custDataLst>
                  <p:tags r:id="rId43"/>
                </p:custDataLst>
              </p:nvPr>
            </p:nvSpPr>
            <p:spPr>
              <a:xfrm>
                <a:off x="5167" y="2441"/>
                <a:ext cx="2013" cy="6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120000"/>
                  </a:lnSpc>
                </a:pP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</a:t>
                </a:r>
                <a:r>
                  <a:rPr lang="zh-CN" altLang="en-US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插件描述</a:t>
                </a:r>
                <a:r>
                  <a:rPr lang="en-US" altLang="zh-CN" sz="600">
                    <a:solidFill>
                      <a:schemeClr val="bg1">
                        <a:lumMod val="65000"/>
                      </a:schemeClr>
                    </a:solidFill>
                    <a:sym typeface="+mn-ea"/>
                  </a:rPr>
                  <a:t>|....</a:t>
                </a:r>
                <a:endParaRPr lang="en-US" altLang="zh-CN" sz="600">
                  <a:solidFill>
                    <a:schemeClr val="bg1">
                      <a:lumMod val="65000"/>
                    </a:schemeClr>
                  </a:solidFill>
                  <a:sym typeface="+mn-ea"/>
                </a:endParaRPr>
              </a:p>
            </p:txBody>
          </p:sp>
        </p:grpSp>
        <p:pic>
          <p:nvPicPr>
            <p:cNvPr id="115" name="图片 114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7171" y="5849"/>
              <a:ext cx="930" cy="780"/>
            </a:xfrm>
            <a:prstGeom prst="rect">
              <a:avLst/>
            </a:prstGeom>
          </p:spPr>
        </p:pic>
      </p:grpSp>
      <p:pic>
        <p:nvPicPr>
          <p:cNvPr id="116" name="图片 115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4626610" y="1801495"/>
            <a:ext cx="488950" cy="482600"/>
          </a:xfrm>
          <a:prstGeom prst="rect">
            <a:avLst/>
          </a:prstGeom>
        </p:spPr>
      </p:pic>
      <p:pic>
        <p:nvPicPr>
          <p:cNvPr id="117" name="图片 116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4626610" y="2443480"/>
            <a:ext cx="48895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1504950" y="746125"/>
            <a:ext cx="6908800" cy="496570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1651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76185" y="746125"/>
            <a:ext cx="837565" cy="1778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428750" y="746125"/>
            <a:ext cx="1022985" cy="4965700"/>
          </a:xfrm>
          <a:prstGeom prst="rect">
            <a:avLst/>
          </a:prstGeom>
          <a:solidFill>
            <a:srgbClr val="7073DE"/>
          </a:solidFill>
          <a:ln>
            <a:noFill/>
          </a:ln>
          <a:effectLst>
            <a:outerShdw blurRad="381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428750" y="742950"/>
            <a:ext cx="1022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2"/>
                </a:solidFill>
                <a:latin typeface="+mj-ea"/>
                <a:ea typeface="+mj-ea"/>
              </a:rPr>
              <a:t>EchoX</a:t>
            </a:r>
            <a:endParaRPr lang="en-US" altLang="zh-CN" b="1">
              <a:solidFill>
                <a:schemeClr val="bg2"/>
              </a:solidFill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428750" y="1923415"/>
            <a:ext cx="1022985" cy="349250"/>
            <a:chOff x="3905" y="442"/>
            <a:chExt cx="1611" cy="550"/>
          </a:xfrm>
        </p:grpSpPr>
        <p:sp>
          <p:nvSpPr>
            <p:cNvPr id="3" name="矩形 2"/>
            <p:cNvSpPr/>
            <p:nvPr/>
          </p:nvSpPr>
          <p:spPr>
            <a:xfrm>
              <a:off x="3905" y="442"/>
              <a:ext cx="1610" cy="550"/>
            </a:xfrm>
            <a:prstGeom prst="rect">
              <a:avLst/>
            </a:prstGeom>
            <a:solidFill>
              <a:srgbClr val="6568CC"/>
            </a:solidFill>
            <a:ln>
              <a:noFill/>
            </a:ln>
            <a:effectLst>
              <a:innerShdw blurRad="190500">
                <a:prstClr val="black">
                  <a:alpha val="11000"/>
                </a:prst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5471" y="443"/>
              <a:ext cx="45" cy="5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555750" y="1626235"/>
            <a:ext cx="808990" cy="213995"/>
            <a:chOff x="2496" y="2119"/>
            <a:chExt cx="1274" cy="337"/>
          </a:xfrm>
        </p:grpSpPr>
        <p:sp>
          <p:nvSpPr>
            <p:cNvPr id="15" name="文本框 14"/>
            <p:cNvSpPr txBox="1"/>
            <p:nvPr>
              <p:custDataLst>
                <p:tags r:id="rId5"/>
              </p:custDataLst>
            </p:nvPr>
          </p:nvSpPr>
          <p:spPr>
            <a:xfrm>
              <a:off x="2638" y="2119"/>
              <a:ext cx="113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插件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  <p:pic>
          <p:nvPicPr>
            <p:cNvPr id="16" name="图片 15" descr="插件功能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96" y="2146"/>
              <a:ext cx="283" cy="283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1555750" y="1233170"/>
            <a:ext cx="808990" cy="213995"/>
            <a:chOff x="2496" y="1476"/>
            <a:chExt cx="1274" cy="337"/>
          </a:xfrm>
        </p:grpSpPr>
        <p:pic>
          <p:nvPicPr>
            <p:cNvPr id="9" name="图片 8" descr="projects 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96" y="1503"/>
              <a:ext cx="283" cy="283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638" y="1476"/>
              <a:ext cx="1132" cy="33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工程</a:t>
              </a:r>
              <a:endParaRPr lang="zh-CN" altLang="en-US" sz="8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555750" y="1991360"/>
            <a:ext cx="808990" cy="213995"/>
            <a:chOff x="2496" y="2667"/>
            <a:chExt cx="1274" cy="337"/>
          </a:xfrm>
        </p:grpSpPr>
        <p:pic>
          <p:nvPicPr>
            <p:cNvPr id="11" name="图片 10" descr="setting-fill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96" y="2694"/>
              <a:ext cx="283" cy="28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638" y="2667"/>
              <a:ext cx="1132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chemeClr val="bg1"/>
                  </a:solidFill>
                </a:rPr>
                <a:t>设置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3726180" y="1155065"/>
            <a:ext cx="5080" cy="4384040"/>
          </a:xfrm>
          <a:prstGeom prst="line">
            <a:avLst/>
          </a:prstGeom>
          <a:ln w="6350">
            <a:solidFill>
              <a:srgbClr val="796AD5">
                <a:alpha val="21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305" r="27966" b="793"/>
          <a:stretch>
            <a:fillRect/>
          </a:stretch>
        </p:blipFill>
        <p:spPr>
          <a:xfrm>
            <a:off x="3837940" y="1155065"/>
            <a:ext cx="4455160" cy="4448175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2499360" y="1659255"/>
            <a:ext cx="1281430" cy="654685"/>
            <a:chOff x="3875" y="2696"/>
            <a:chExt cx="2018" cy="1031"/>
          </a:xfrm>
        </p:grpSpPr>
        <p:sp>
          <p:nvSpPr>
            <p:cNvPr id="23" name="文本框 22"/>
            <p:cNvSpPr txBox="1"/>
            <p:nvPr>
              <p:custDataLst>
                <p:tags r:id="rId12"/>
              </p:custDataLst>
            </p:nvPr>
          </p:nvSpPr>
          <p:spPr>
            <a:xfrm>
              <a:off x="3875" y="2696"/>
              <a:ext cx="2019" cy="3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音频</a:t>
              </a:r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13"/>
              </p:custDataLst>
            </p:nvPr>
          </p:nvSpPr>
          <p:spPr>
            <a:xfrm>
              <a:off x="4161" y="3030"/>
              <a:ext cx="1706" cy="3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zh-CN" altLang="en-US" sz="7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频谱采集</a:t>
              </a:r>
              <a:r>
                <a:rPr lang="en-US" altLang="zh-CN" sz="7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 </a:t>
              </a:r>
              <a:endParaRPr lang="zh-CN" altLang="en-US" sz="7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14"/>
              </p:custDataLst>
            </p:nvPr>
          </p:nvSpPr>
          <p:spPr>
            <a:xfrm>
              <a:off x="4161" y="3379"/>
              <a:ext cx="1706" cy="3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en-US" altLang="zh-CN" sz="7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SM</a:t>
              </a:r>
              <a:r>
                <a:rPr lang="en-US" altLang="zh-CN" sz="7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TC </a:t>
              </a:r>
              <a:endParaRPr lang="zh-CN" altLang="en-US" sz="7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516505" y="1155065"/>
            <a:ext cx="1282065" cy="433705"/>
            <a:chOff x="3875" y="2696"/>
            <a:chExt cx="2019" cy="683"/>
          </a:xfrm>
        </p:grpSpPr>
        <p:sp>
          <p:nvSpPr>
            <p:cNvPr id="29" name="文本框 28"/>
            <p:cNvSpPr txBox="1"/>
            <p:nvPr>
              <p:custDataLst>
                <p:tags r:id="rId15"/>
              </p:custDataLst>
            </p:nvPr>
          </p:nvSpPr>
          <p:spPr>
            <a:xfrm>
              <a:off x="3875" y="2696"/>
              <a:ext cx="2019" cy="3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Echo</a:t>
              </a:r>
              <a:r>
                <a:rPr lang="en-US" altLang="zh-CN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X</a:t>
              </a:r>
              <a:endPara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16"/>
              </p:custDataLst>
            </p:nvPr>
          </p:nvSpPr>
          <p:spPr>
            <a:xfrm>
              <a:off x="4161" y="3030"/>
              <a:ext cx="1706" cy="3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zh-CN" altLang="en-US" sz="7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基础</a:t>
              </a:r>
              <a:r>
                <a:rPr lang="en-US" altLang="zh-CN" sz="7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 </a:t>
              </a:r>
              <a:endParaRPr lang="zh-CN" altLang="en-US" sz="7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2499995" y="2345055"/>
            <a:ext cx="1281430" cy="654685"/>
            <a:chOff x="3875" y="2696"/>
            <a:chExt cx="2018" cy="1031"/>
          </a:xfrm>
        </p:grpSpPr>
        <p:sp>
          <p:nvSpPr>
            <p:cNvPr id="33" name="文本框 32"/>
            <p:cNvSpPr txBox="1"/>
            <p:nvPr>
              <p:custDataLst>
                <p:tags r:id="rId17"/>
              </p:custDataLst>
            </p:nvPr>
          </p:nvSpPr>
          <p:spPr>
            <a:xfrm>
              <a:off x="3875" y="2696"/>
              <a:ext cx="2019" cy="3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图形</a:t>
              </a:r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18"/>
              </p:custDataLst>
            </p:nvPr>
          </p:nvSpPr>
          <p:spPr>
            <a:xfrm>
              <a:off x="4161" y="3030"/>
              <a:ext cx="1706" cy="3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en-US" altLang="zh-CN" sz="7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RHI </a:t>
              </a:r>
              <a:endParaRPr lang="zh-CN" altLang="en-US" sz="7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19"/>
              </p:custDataLst>
            </p:nvPr>
          </p:nvSpPr>
          <p:spPr>
            <a:xfrm>
              <a:off x="4161" y="3379"/>
              <a:ext cx="1706" cy="3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zh-CN" altLang="en-US" sz="7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后处理</a:t>
              </a:r>
              <a:r>
                <a:rPr lang="en-US" altLang="zh-CN" sz="7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 </a:t>
              </a:r>
              <a:endParaRPr lang="zh-CN" altLang="en-US" sz="7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499995" y="3068320"/>
            <a:ext cx="1282065" cy="433705"/>
            <a:chOff x="3875" y="2696"/>
            <a:chExt cx="2019" cy="683"/>
          </a:xfrm>
        </p:grpSpPr>
        <p:sp>
          <p:nvSpPr>
            <p:cNvPr id="37" name="文本框 36"/>
            <p:cNvSpPr txBox="1"/>
            <p:nvPr>
              <p:custDataLst>
                <p:tags r:id="rId20"/>
              </p:custDataLst>
            </p:nvPr>
          </p:nvSpPr>
          <p:spPr>
            <a:xfrm>
              <a:off x="3875" y="2696"/>
              <a:ext cx="2019" cy="3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9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脚本</a:t>
              </a:r>
              <a:endPara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21"/>
              </p:custDataLst>
            </p:nvPr>
          </p:nvSpPr>
          <p:spPr>
            <a:xfrm>
              <a:off x="4161" y="3030"/>
              <a:ext cx="1706" cy="3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20000"/>
                </a:lnSpc>
              </a:pPr>
              <a:r>
                <a:rPr lang="en-US" altLang="zh-CN" sz="7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Lua</a:t>
              </a:r>
              <a:endParaRPr lang="en-US" altLang="zh-CN" sz="700">
                <a:solidFill>
                  <a:schemeClr val="bg1">
                    <a:lumMod val="65000"/>
                  </a:schemeClr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commondata" val="eyJoZGlkIjoiN2YwMzgxYjM1YjAwNzk4NjQ1NjAxN2M5ZWM1OGNkZTk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</Words>
  <Application>WPS 演示</Application>
  <PresentationFormat>宽屏</PresentationFormat>
  <Paragraphs>230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4</cp:revision>
  <dcterms:created xsi:type="dcterms:W3CDTF">2023-11-10T15:46:00Z</dcterms:created>
  <dcterms:modified xsi:type="dcterms:W3CDTF">2023-11-19T15:10:20Z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047CB0BB3B5D4E5C968612EC7BDEB51C_12</vt:lpwstr>
  </property>
  <property fmtid="{D5CDD505-2E9C-101B-9397-08002B2CF9AE}" pid="3" name="KSOProductBuildVer">
    <vt:lpwstr>2052-12.1.0.15712</vt:lpwstr>
  </property>
</Properties>
</file>